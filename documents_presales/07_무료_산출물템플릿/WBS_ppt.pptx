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7" saveSubsetFonts="1">
  <p:sldMasterIdLst>
    <p:sldMasterId id="2147483651" r:id="rId1"/>
  </p:sldMasterIdLst>
  <p:sldIdLst>
    <p:sldId id="257" r:id="rId2"/>
  </p:sldIdLst>
  <p:sldSz cx="14825663" cy="10396538"/>
  <p:notesSz cx="9939338" cy="143684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>
          <p15:clr>
            <a:srgbClr val="A4A3A4"/>
          </p15:clr>
        </p15:guide>
        <p15:guide id="2" orient="horz" pos="6272">
          <p15:clr>
            <a:srgbClr val="A4A3A4"/>
          </p15:clr>
        </p15:guide>
        <p15:guide id="3" pos="9209">
          <p15:clr>
            <a:srgbClr val="A4A3A4"/>
          </p15:clr>
        </p15:guide>
        <p15:guide id="4" pos="1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80" autoAdjust="0"/>
    <p:restoredTop sz="94719"/>
  </p:normalViewPr>
  <p:slideViewPr>
    <p:cSldViewPr>
      <p:cViewPr>
        <p:scale>
          <a:sx n="111" d="100"/>
          <a:sy n="111" d="100"/>
        </p:scale>
        <p:origin x="4352" y="-352"/>
      </p:cViewPr>
      <p:guideLst>
        <p:guide orient="horz" pos="890"/>
        <p:guide orient="horz" pos="6272"/>
        <p:guide pos="9209"/>
        <p:guide pos="1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11250" y="3228975"/>
            <a:ext cx="12603163" cy="22288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4088" y="5891213"/>
            <a:ext cx="10377487" cy="26574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63599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1363" y="415925"/>
            <a:ext cx="13342937" cy="17335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41363" y="2425700"/>
            <a:ext cx="13342937" cy="6861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75815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1575" y="6680200"/>
            <a:ext cx="12601575" cy="2065338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71575" y="4406900"/>
            <a:ext cx="12601575" cy="22733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137145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1363" y="415925"/>
            <a:ext cx="13342937" cy="17335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41363" y="2425700"/>
            <a:ext cx="6594475" cy="68611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488238" y="2425700"/>
            <a:ext cx="6596062" cy="68611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2570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1363" y="415925"/>
            <a:ext cx="13342937" cy="17335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41363" y="2327275"/>
            <a:ext cx="6550025" cy="9699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41363" y="3297238"/>
            <a:ext cx="6550025" cy="598963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531100" y="2327275"/>
            <a:ext cx="6553200" cy="9699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7531100" y="3297238"/>
            <a:ext cx="6553200" cy="598963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4442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1363" y="415925"/>
            <a:ext cx="13342937" cy="17335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899276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274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1363" y="414338"/>
            <a:ext cx="4876800" cy="1760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95963" y="414338"/>
            <a:ext cx="8288337" cy="88725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41363" y="2174875"/>
            <a:ext cx="4876800" cy="71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959893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06713" y="7277100"/>
            <a:ext cx="8894762" cy="8604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06713" y="928688"/>
            <a:ext cx="8894762" cy="6238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906713" y="8137525"/>
            <a:ext cx="8894762" cy="121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07580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1363" y="415925"/>
            <a:ext cx="13342937" cy="17335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41363" y="2425700"/>
            <a:ext cx="13342937" cy="68611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799414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748963" y="415925"/>
            <a:ext cx="3335337" cy="887095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41363" y="415925"/>
            <a:ext cx="9855200" cy="88709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9478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67" name="Group 347">
            <a:extLst>
              <a:ext uri="{FF2B5EF4-FFF2-40B4-BE49-F238E27FC236}">
                <a16:creationId xmlns:a16="http://schemas.microsoft.com/office/drawing/2014/main" id="{B05324AD-7FB3-CA1A-4C60-E0DE23FF9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486046"/>
              </p:ext>
            </p:extLst>
          </p:nvPr>
        </p:nvGraphicFramePr>
        <p:xfrm>
          <a:off x="204788" y="1412875"/>
          <a:ext cx="14414500" cy="865188"/>
        </p:xfrm>
        <a:graphic>
          <a:graphicData uri="http://schemas.openxmlformats.org/drawingml/2006/table">
            <a:tbl>
              <a:tblPr/>
              <a:tblGrid>
                <a:gridCol w="1350962">
                  <a:extLst>
                    <a:ext uri="{9D8B030D-6E8A-4147-A177-3AD203B41FA5}">
                      <a16:colId xmlns:a16="http://schemas.microsoft.com/office/drawing/2014/main" val="295646403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3827689755"/>
                    </a:ext>
                  </a:extLst>
                </a:gridCol>
                <a:gridCol w="1182688">
                  <a:extLst>
                    <a:ext uri="{9D8B030D-6E8A-4147-A177-3AD203B41FA5}">
                      <a16:colId xmlns:a16="http://schemas.microsoft.com/office/drawing/2014/main" val="4009543432"/>
                    </a:ext>
                  </a:extLst>
                </a:gridCol>
                <a:gridCol w="1277937">
                  <a:extLst>
                    <a:ext uri="{9D8B030D-6E8A-4147-A177-3AD203B41FA5}">
                      <a16:colId xmlns:a16="http://schemas.microsoft.com/office/drawing/2014/main" val="705460480"/>
                    </a:ext>
                  </a:extLst>
                </a:gridCol>
                <a:gridCol w="1084263">
                  <a:extLst>
                    <a:ext uri="{9D8B030D-6E8A-4147-A177-3AD203B41FA5}">
                      <a16:colId xmlns:a16="http://schemas.microsoft.com/office/drawing/2014/main" val="3119322281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523546013"/>
                    </a:ext>
                  </a:extLst>
                </a:gridCol>
                <a:gridCol w="1179513">
                  <a:extLst>
                    <a:ext uri="{9D8B030D-6E8A-4147-A177-3AD203B41FA5}">
                      <a16:colId xmlns:a16="http://schemas.microsoft.com/office/drawing/2014/main" val="2548096639"/>
                    </a:ext>
                  </a:extLst>
                </a:gridCol>
                <a:gridCol w="1182687">
                  <a:extLst>
                    <a:ext uri="{9D8B030D-6E8A-4147-A177-3AD203B41FA5}">
                      <a16:colId xmlns:a16="http://schemas.microsoft.com/office/drawing/2014/main" val="3042045051"/>
                    </a:ext>
                  </a:extLst>
                </a:gridCol>
                <a:gridCol w="1179513">
                  <a:extLst>
                    <a:ext uri="{9D8B030D-6E8A-4147-A177-3AD203B41FA5}">
                      <a16:colId xmlns:a16="http://schemas.microsoft.com/office/drawing/2014/main" val="268962223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92401678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2244730434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640290925"/>
                    </a:ext>
                  </a:extLst>
                </a:gridCol>
              </a:tblGrid>
              <a:tr h="541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11</a:t>
                      </a: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월</a:t>
                      </a:r>
                      <a:endParaRPr kumimoji="1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12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M4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M5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M6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M7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M8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M9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M10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M11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120458"/>
                  </a:ext>
                </a:extLst>
              </a:tr>
              <a:tr h="323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078063"/>
                  </a:ext>
                </a:extLst>
              </a:tr>
            </a:tbl>
          </a:graphicData>
        </a:graphic>
      </p:graphicFrame>
      <p:graphicFrame>
        <p:nvGraphicFramePr>
          <p:cNvPr id="5466" name="Group 346">
            <a:extLst>
              <a:ext uri="{FF2B5EF4-FFF2-40B4-BE49-F238E27FC236}">
                <a16:creationId xmlns:a16="http://schemas.microsoft.com/office/drawing/2014/main" id="{74D05EB0-1B70-10AD-7A17-F80241CF588D}"/>
              </a:ext>
            </a:extLst>
          </p:cNvPr>
          <p:cNvGraphicFramePr>
            <a:graphicFrameLocks noGrp="1"/>
          </p:cNvGraphicFramePr>
          <p:nvPr/>
        </p:nvGraphicFramePr>
        <p:xfrm>
          <a:off x="212725" y="1885950"/>
          <a:ext cx="8172450" cy="8075613"/>
        </p:xfrm>
        <a:graphic>
          <a:graphicData uri="http://schemas.openxmlformats.org/drawingml/2006/table">
            <a:tbl>
              <a:tblPr/>
              <a:tblGrid>
                <a:gridCol w="1336675">
                  <a:extLst>
                    <a:ext uri="{9D8B030D-6E8A-4147-A177-3AD203B41FA5}">
                      <a16:colId xmlns:a16="http://schemas.microsoft.com/office/drawing/2014/main" val="1761515187"/>
                    </a:ext>
                  </a:extLst>
                </a:gridCol>
                <a:gridCol w="354013">
                  <a:extLst>
                    <a:ext uri="{9D8B030D-6E8A-4147-A177-3AD203B41FA5}">
                      <a16:colId xmlns:a16="http://schemas.microsoft.com/office/drawing/2014/main" val="47556114"/>
                    </a:ext>
                  </a:extLst>
                </a:gridCol>
                <a:gridCol w="280987">
                  <a:extLst>
                    <a:ext uri="{9D8B030D-6E8A-4147-A177-3AD203B41FA5}">
                      <a16:colId xmlns:a16="http://schemas.microsoft.com/office/drawing/2014/main" val="127629464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981861839"/>
                    </a:ext>
                  </a:extLst>
                </a:gridCol>
                <a:gridCol w="284163">
                  <a:extLst>
                    <a:ext uri="{9D8B030D-6E8A-4147-A177-3AD203B41FA5}">
                      <a16:colId xmlns:a16="http://schemas.microsoft.com/office/drawing/2014/main" val="1554202594"/>
                    </a:ext>
                  </a:extLst>
                </a:gridCol>
                <a:gridCol w="293687">
                  <a:extLst>
                    <a:ext uri="{9D8B030D-6E8A-4147-A177-3AD203B41FA5}">
                      <a16:colId xmlns:a16="http://schemas.microsoft.com/office/drawing/2014/main" val="4139303645"/>
                    </a:ext>
                  </a:extLst>
                </a:gridCol>
                <a:gridCol w="268288">
                  <a:extLst>
                    <a:ext uri="{9D8B030D-6E8A-4147-A177-3AD203B41FA5}">
                      <a16:colId xmlns:a16="http://schemas.microsoft.com/office/drawing/2014/main" val="2526689005"/>
                    </a:ext>
                  </a:extLst>
                </a:gridCol>
                <a:gridCol w="280987">
                  <a:extLst>
                    <a:ext uri="{9D8B030D-6E8A-4147-A177-3AD203B41FA5}">
                      <a16:colId xmlns:a16="http://schemas.microsoft.com/office/drawing/2014/main" val="3825004439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1912227312"/>
                    </a:ext>
                  </a:extLst>
                </a:gridCol>
                <a:gridCol w="280988">
                  <a:extLst>
                    <a:ext uri="{9D8B030D-6E8A-4147-A177-3AD203B41FA5}">
                      <a16:colId xmlns:a16="http://schemas.microsoft.com/office/drawing/2014/main" val="274714278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519115922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94349227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988283261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002671835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1984688549"/>
                    </a:ext>
                  </a:extLst>
                </a:gridCol>
                <a:gridCol w="284162">
                  <a:extLst>
                    <a:ext uri="{9D8B030D-6E8A-4147-A177-3AD203B41FA5}">
                      <a16:colId xmlns:a16="http://schemas.microsoft.com/office/drawing/2014/main" val="326238683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951915905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626310944"/>
                    </a:ext>
                  </a:extLst>
                </a:gridCol>
                <a:gridCol w="284163">
                  <a:extLst>
                    <a:ext uri="{9D8B030D-6E8A-4147-A177-3AD203B41FA5}">
                      <a16:colId xmlns:a16="http://schemas.microsoft.com/office/drawing/2014/main" val="156408874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3500260221"/>
                    </a:ext>
                  </a:extLst>
                </a:gridCol>
                <a:gridCol w="284162">
                  <a:extLst>
                    <a:ext uri="{9D8B030D-6E8A-4147-A177-3AD203B41FA5}">
                      <a16:colId xmlns:a16="http://schemas.microsoft.com/office/drawing/2014/main" val="2017416442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1073993306"/>
                    </a:ext>
                  </a:extLst>
                </a:gridCol>
                <a:gridCol w="280988">
                  <a:extLst>
                    <a:ext uri="{9D8B030D-6E8A-4147-A177-3AD203B41FA5}">
                      <a16:colId xmlns:a16="http://schemas.microsoft.com/office/drawing/2014/main" val="3626108763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363806212"/>
                    </a:ext>
                  </a:extLst>
                </a:gridCol>
                <a:gridCol w="280987">
                  <a:extLst>
                    <a:ext uri="{9D8B030D-6E8A-4147-A177-3AD203B41FA5}">
                      <a16:colId xmlns:a16="http://schemas.microsoft.com/office/drawing/2014/main" val="3741885353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78B4D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6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8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9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10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11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12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13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14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15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16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17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18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19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21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22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23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24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29507"/>
                  </a:ext>
                </a:extLst>
              </a:tr>
              <a:tr h="767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464677"/>
                  </a:ext>
                </a:extLst>
              </a:tr>
            </a:tbl>
          </a:graphicData>
        </a:graphic>
      </p:graphicFrame>
      <p:graphicFrame>
        <p:nvGraphicFramePr>
          <p:cNvPr id="5465" name="Group 345">
            <a:extLst>
              <a:ext uri="{FF2B5EF4-FFF2-40B4-BE49-F238E27FC236}">
                <a16:creationId xmlns:a16="http://schemas.microsoft.com/office/drawing/2014/main" id="{AFF6E017-7F53-CFAD-08B8-3F76189ECE67}"/>
              </a:ext>
            </a:extLst>
          </p:cNvPr>
          <p:cNvGraphicFramePr>
            <a:graphicFrameLocks noGrp="1"/>
          </p:cNvGraphicFramePr>
          <p:nvPr/>
        </p:nvGraphicFramePr>
        <p:xfrm>
          <a:off x="8132763" y="1881188"/>
          <a:ext cx="6486525" cy="8075613"/>
        </p:xfrm>
        <a:graphic>
          <a:graphicData uri="http://schemas.openxmlformats.org/drawingml/2006/table">
            <a:tbl>
              <a:tblPr/>
              <a:tblGrid>
                <a:gridCol w="271462">
                  <a:extLst>
                    <a:ext uri="{9D8B030D-6E8A-4147-A177-3AD203B41FA5}">
                      <a16:colId xmlns:a16="http://schemas.microsoft.com/office/drawing/2014/main" val="355480828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4246812126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312058808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1668304930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1192579732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2481853541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173882443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89211401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1632665174"/>
                    </a:ext>
                  </a:extLst>
                </a:gridCol>
                <a:gridCol w="268288">
                  <a:extLst>
                    <a:ext uri="{9D8B030D-6E8A-4147-A177-3AD203B41FA5}">
                      <a16:colId xmlns:a16="http://schemas.microsoft.com/office/drawing/2014/main" val="3855783114"/>
                    </a:ext>
                  </a:extLst>
                </a:gridCol>
                <a:gridCol w="271462">
                  <a:extLst>
                    <a:ext uri="{9D8B030D-6E8A-4147-A177-3AD203B41FA5}">
                      <a16:colId xmlns:a16="http://schemas.microsoft.com/office/drawing/2014/main" val="2798564429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3173489116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781724362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148079196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628261406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2082055180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500043223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298946587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818897854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3111810073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3715300047"/>
                    </a:ext>
                  </a:extLst>
                </a:gridCol>
                <a:gridCol w="274638">
                  <a:extLst>
                    <a:ext uri="{9D8B030D-6E8A-4147-A177-3AD203B41FA5}">
                      <a16:colId xmlns:a16="http://schemas.microsoft.com/office/drawing/2014/main" val="4066745227"/>
                    </a:ext>
                  </a:extLst>
                </a:gridCol>
                <a:gridCol w="268287">
                  <a:extLst>
                    <a:ext uri="{9D8B030D-6E8A-4147-A177-3AD203B41FA5}">
                      <a16:colId xmlns:a16="http://schemas.microsoft.com/office/drawing/2014/main" val="410556530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87741220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25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W26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27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28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29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31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32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33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34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35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36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37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38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39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40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41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42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43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44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45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46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47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W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5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48</a:t>
                      </a:r>
                    </a:p>
                  </a:txBody>
                  <a:tcPr marL="90085" marR="90085" marT="46845" marB="468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7C6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2038"/>
                  </a:ext>
                </a:extLst>
              </a:tr>
              <a:tr h="7678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34" charset="-127"/>
                          <a:ea typeface="굴림" panose="020B0600000101010101" pitchFamily="34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0085" marR="90085" marT="46845" marB="46845" anchor="ctr" horzOverflow="overflow">
                    <a:lnL w="6350" cap="flat" cmpd="sng" algn="ctr">
                      <a:solidFill>
                        <a:srgbClr val="DDDDDD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47948"/>
                  </a:ext>
                </a:extLst>
              </a:tr>
            </a:tbl>
          </a:graphicData>
        </a:graphic>
      </p:graphicFrame>
      <p:grpSp>
        <p:nvGrpSpPr>
          <p:cNvPr id="1267" name="Group 310">
            <a:extLst>
              <a:ext uri="{FF2B5EF4-FFF2-40B4-BE49-F238E27FC236}">
                <a16:creationId xmlns:a16="http://schemas.microsoft.com/office/drawing/2014/main" id="{5953D38E-5689-7E51-A52B-CCF4692027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4788" y="1412875"/>
            <a:ext cx="1298575" cy="830263"/>
            <a:chOff x="129" y="889"/>
            <a:chExt cx="817" cy="522"/>
          </a:xfrm>
        </p:grpSpPr>
        <p:sp>
          <p:nvSpPr>
            <p:cNvPr id="5431" name="Line 311">
              <a:extLst>
                <a:ext uri="{FF2B5EF4-FFF2-40B4-BE49-F238E27FC236}">
                  <a16:creationId xmlns:a16="http://schemas.microsoft.com/office/drawing/2014/main" id="{DCB31531-FBF6-81D4-9676-2C8C046AF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" y="889"/>
              <a:ext cx="817" cy="52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b="0" i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5432" name="Text Box 312">
              <a:extLst>
                <a:ext uri="{FF2B5EF4-FFF2-40B4-BE49-F238E27FC236}">
                  <a16:creationId xmlns:a16="http://schemas.microsoft.com/office/drawing/2014/main" id="{9BCD0E4D-A1A4-90F7-F8B6-97C65AFEA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" y="934"/>
              <a:ext cx="27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526" tIns="45764" rIns="91526" bIns="45764">
              <a:spAutoFit/>
            </a:bodyPr>
            <a:lstStyle/>
            <a:p>
              <a:pPr>
                <a:defRPr/>
              </a:pPr>
              <a:r>
                <a:rPr lang="ko-KR" altLang="en-US" sz="1000" b="0" i="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기간</a:t>
              </a:r>
            </a:p>
          </p:txBody>
        </p:sp>
        <p:sp>
          <p:nvSpPr>
            <p:cNvPr id="5433" name="Text Box 313">
              <a:extLst>
                <a:ext uri="{FF2B5EF4-FFF2-40B4-BE49-F238E27FC236}">
                  <a16:creationId xmlns:a16="http://schemas.microsoft.com/office/drawing/2014/main" id="{1B2300B8-42FC-BDE1-2FE3-E2C92D9B3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" y="1211"/>
              <a:ext cx="27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1526" tIns="45764" rIns="91526" bIns="45764">
              <a:spAutoFit/>
            </a:bodyPr>
            <a:lstStyle/>
            <a:p>
              <a:pPr>
                <a:defRPr/>
              </a:pPr>
              <a:r>
                <a:rPr lang="ko-KR" altLang="en-US" sz="1000" b="0" i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구분</a:t>
              </a:r>
            </a:p>
          </p:txBody>
        </p:sp>
      </p:grpSp>
      <p:grpSp>
        <p:nvGrpSpPr>
          <p:cNvPr id="1268" name="Group 349">
            <a:extLst>
              <a:ext uri="{FF2B5EF4-FFF2-40B4-BE49-F238E27FC236}">
                <a16:creationId xmlns:a16="http://schemas.microsoft.com/office/drawing/2014/main" id="{035203E9-8E5F-7539-6FCB-D7583EC6093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538288" y="2278063"/>
            <a:ext cx="13146087" cy="7678737"/>
            <a:chOff x="969" y="1435"/>
            <a:chExt cx="8281" cy="4837"/>
          </a:xfrm>
        </p:grpSpPr>
        <p:grpSp>
          <p:nvGrpSpPr>
            <p:cNvPr id="1269" name="Group 314">
              <a:extLst>
                <a:ext uri="{FF2B5EF4-FFF2-40B4-BE49-F238E27FC236}">
                  <a16:creationId xmlns:a16="http://schemas.microsoft.com/office/drawing/2014/main" id="{614D8032-3149-EFDC-4F90-28EE3DC23B7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490" y="1435"/>
              <a:ext cx="5199" cy="4837"/>
              <a:chOff x="2488" y="1433"/>
              <a:chExt cx="5194" cy="4831"/>
            </a:xfrm>
          </p:grpSpPr>
          <p:sp>
            <p:nvSpPr>
              <p:cNvPr id="5435" name="Line 315">
                <a:extLst>
                  <a:ext uri="{FF2B5EF4-FFF2-40B4-BE49-F238E27FC236}">
                    <a16:creationId xmlns:a16="http://schemas.microsoft.com/office/drawing/2014/main" id="{15E4608B-87EA-ACCC-2FEB-CB88F1D591D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711" y="1433"/>
                <a:ext cx="0" cy="4831"/>
              </a:xfrm>
              <a:prstGeom prst="line">
                <a:avLst/>
              </a:prstGeom>
              <a:noFill/>
              <a:ln w="9525">
                <a:solidFill>
                  <a:srgbClr val="800000"/>
                </a:solidFill>
                <a:prstDash val="lg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b="0" i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436" name="Line 316">
                <a:extLst>
                  <a:ext uri="{FF2B5EF4-FFF2-40B4-BE49-F238E27FC236}">
                    <a16:creationId xmlns:a16="http://schemas.microsoft.com/office/drawing/2014/main" id="{B4064BDE-1BD9-B9B7-8230-2CC77D8324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208" y="1433"/>
                <a:ext cx="0" cy="4831"/>
              </a:xfrm>
              <a:prstGeom prst="line">
                <a:avLst/>
              </a:prstGeom>
              <a:noFill/>
              <a:ln w="9525">
                <a:solidFill>
                  <a:srgbClr val="800000"/>
                </a:solidFill>
                <a:prstDash val="lg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b="0" i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437" name="Line 317">
                <a:extLst>
                  <a:ext uri="{FF2B5EF4-FFF2-40B4-BE49-F238E27FC236}">
                    <a16:creationId xmlns:a16="http://schemas.microsoft.com/office/drawing/2014/main" id="{F7898E78-6B1C-700D-94F2-AD0A4058653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82" y="1433"/>
                <a:ext cx="0" cy="4831"/>
              </a:xfrm>
              <a:prstGeom prst="line">
                <a:avLst/>
              </a:prstGeom>
              <a:noFill/>
              <a:ln w="9525">
                <a:solidFill>
                  <a:srgbClr val="800000"/>
                </a:solidFill>
                <a:prstDash val="lg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b="0" i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438" name="Line 318">
                <a:extLst>
                  <a:ext uri="{FF2B5EF4-FFF2-40B4-BE49-F238E27FC236}">
                    <a16:creationId xmlns:a16="http://schemas.microsoft.com/office/drawing/2014/main" id="{33BBE0BF-5A93-E04B-D123-168F40EF3B6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488" y="1433"/>
                <a:ext cx="0" cy="4831"/>
              </a:xfrm>
              <a:prstGeom prst="line">
                <a:avLst/>
              </a:prstGeom>
              <a:noFill/>
              <a:ln w="9525">
                <a:solidFill>
                  <a:srgbClr val="800000"/>
                </a:solidFill>
                <a:prstDash val="lg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b="0" i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p:grpSp>
        <p:grpSp>
          <p:nvGrpSpPr>
            <p:cNvPr id="1270" name="Group 348">
              <a:extLst>
                <a:ext uri="{FF2B5EF4-FFF2-40B4-BE49-F238E27FC236}">
                  <a16:creationId xmlns:a16="http://schemas.microsoft.com/office/drawing/2014/main" id="{253C8E77-BFC2-0DD2-A7FB-32C785DE0AC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9" y="1478"/>
              <a:ext cx="8281" cy="300"/>
              <a:chOff x="969" y="1478"/>
              <a:chExt cx="8281" cy="300"/>
            </a:xfrm>
          </p:grpSpPr>
          <p:sp>
            <p:nvSpPr>
              <p:cNvPr id="18481" name="AutoShape 1073">
                <a:extLst>
                  <a:ext uri="{FF2B5EF4-FFF2-40B4-BE49-F238E27FC236}">
                    <a16:creationId xmlns:a16="http://schemas.microsoft.com/office/drawing/2014/main" id="{058B076F-0C7F-3B9D-A8A0-A0B6EB2EEF8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193" y="1478"/>
                <a:ext cx="832" cy="85"/>
              </a:xfrm>
              <a:prstGeom prst="roundRect">
                <a:avLst>
                  <a:gd name="adj" fmla="val 5259"/>
                </a:avLst>
              </a:prstGeom>
              <a:solidFill>
                <a:schemeClr val="bg1"/>
              </a:solidFill>
              <a:ln w="6350">
                <a:noFill/>
                <a:round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896938">
                  <a:lnSpc>
                    <a:spcPct val="85000"/>
                  </a:lnSpc>
                  <a:defRPr/>
                </a:pPr>
                <a:r>
                  <a:rPr lang="ko-KR" altLang="en-US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커 스 터 마 이 징 </a:t>
                </a:r>
                <a:r>
                  <a:rPr lang="en-US" altLang="ko-KR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(3M)</a:t>
                </a:r>
              </a:p>
            </p:txBody>
          </p:sp>
          <p:sp>
            <p:nvSpPr>
              <p:cNvPr id="18482" name="AutoShape 1074">
                <a:extLst>
                  <a:ext uri="{FF2B5EF4-FFF2-40B4-BE49-F238E27FC236}">
                    <a16:creationId xmlns:a16="http://schemas.microsoft.com/office/drawing/2014/main" id="{63773B97-E109-7A91-AE67-581EECC39A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553" y="1478"/>
                <a:ext cx="400" cy="85"/>
              </a:xfrm>
              <a:prstGeom prst="roundRect">
                <a:avLst>
                  <a:gd name="adj" fmla="val 5259"/>
                </a:avLst>
              </a:prstGeom>
              <a:solidFill>
                <a:schemeClr val="bg1"/>
              </a:solidFill>
              <a:ln w="6350">
                <a:noFill/>
                <a:round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896938">
                  <a:lnSpc>
                    <a:spcPct val="85000"/>
                  </a:lnSpc>
                  <a:defRPr/>
                </a:pPr>
                <a:r>
                  <a:rPr lang="ko-KR" altLang="en-US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분 석 </a:t>
                </a:r>
                <a:r>
                  <a:rPr lang="en-US" altLang="ko-KR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(2M)</a:t>
                </a:r>
              </a:p>
            </p:txBody>
          </p:sp>
          <p:sp>
            <p:nvSpPr>
              <p:cNvPr id="18483" name="AutoShape 1075">
                <a:extLst>
                  <a:ext uri="{FF2B5EF4-FFF2-40B4-BE49-F238E27FC236}">
                    <a16:creationId xmlns:a16="http://schemas.microsoft.com/office/drawing/2014/main" id="{BBBAAB61-C253-C2C0-E676-275DDF4B56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5068" y="1478"/>
                <a:ext cx="724" cy="85"/>
              </a:xfrm>
              <a:prstGeom prst="roundRect">
                <a:avLst>
                  <a:gd name="adj" fmla="val 5259"/>
                </a:avLst>
              </a:prstGeom>
              <a:solidFill>
                <a:schemeClr val="bg1"/>
              </a:solidFill>
              <a:ln w="6350">
                <a:noFill/>
                <a:round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896938">
                  <a:lnSpc>
                    <a:spcPct val="85000"/>
                  </a:lnSpc>
                  <a:defRPr/>
                </a:pPr>
                <a:r>
                  <a:rPr lang="ko-KR" altLang="en-US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통 합 테 스 트 </a:t>
                </a:r>
                <a:r>
                  <a:rPr lang="en-US" altLang="ko-KR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(2M)</a:t>
                </a:r>
              </a:p>
            </p:txBody>
          </p:sp>
          <p:sp>
            <p:nvSpPr>
              <p:cNvPr id="18484" name="AutoShape 1076">
                <a:extLst>
                  <a:ext uri="{FF2B5EF4-FFF2-40B4-BE49-F238E27FC236}">
                    <a16:creationId xmlns:a16="http://schemas.microsoft.com/office/drawing/2014/main" id="{207E11A1-AF70-7880-F669-7FC9C5B26B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656" y="1478"/>
                <a:ext cx="640" cy="85"/>
              </a:xfrm>
              <a:prstGeom prst="roundRect">
                <a:avLst>
                  <a:gd name="adj" fmla="val 5259"/>
                </a:avLst>
              </a:prstGeom>
              <a:solidFill>
                <a:schemeClr val="bg1"/>
              </a:solidFill>
              <a:ln w="6350">
                <a:noFill/>
                <a:round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896938">
                  <a:lnSpc>
                    <a:spcPct val="85000"/>
                  </a:lnSpc>
                  <a:defRPr/>
                </a:pPr>
                <a:r>
                  <a:rPr lang="ko-KR" altLang="en-US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승인테스트 </a:t>
                </a:r>
                <a:r>
                  <a:rPr lang="en-US" altLang="ko-KR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(2M) </a:t>
                </a:r>
              </a:p>
            </p:txBody>
          </p:sp>
          <p:sp>
            <p:nvSpPr>
              <p:cNvPr id="18486" name="AutoShape 1078">
                <a:extLst>
                  <a:ext uri="{FF2B5EF4-FFF2-40B4-BE49-F238E27FC236}">
                    <a16:creationId xmlns:a16="http://schemas.microsoft.com/office/drawing/2014/main" id="{DFD1BA6B-5598-0804-74D4-41B29A933E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8232" y="1478"/>
                <a:ext cx="452" cy="85"/>
              </a:xfrm>
              <a:prstGeom prst="roundRect">
                <a:avLst>
                  <a:gd name="adj" fmla="val 5259"/>
                </a:avLst>
              </a:prstGeom>
              <a:solidFill>
                <a:schemeClr val="bg1"/>
              </a:solidFill>
              <a:ln w="6350">
                <a:noFill/>
                <a:round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896938">
                  <a:lnSpc>
                    <a:spcPct val="85000"/>
                  </a:lnSpc>
                  <a:defRPr/>
                </a:pPr>
                <a:r>
                  <a:rPr lang="ko-KR" altLang="en-US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안정화 </a:t>
                </a:r>
                <a:r>
                  <a:rPr lang="en-US" altLang="ko-KR" sz="1000" b="0" i="0">
                    <a:solidFill>
                      <a:srgbClr val="336699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(2M)</a:t>
                </a:r>
              </a:p>
            </p:txBody>
          </p:sp>
          <p:sp>
            <p:nvSpPr>
              <p:cNvPr id="5444" name="TextBox 95">
                <a:extLst>
                  <a:ext uri="{FF2B5EF4-FFF2-40B4-BE49-F238E27FC236}">
                    <a16:creationId xmlns:a16="http://schemas.microsoft.com/office/drawing/2014/main" id="{4017CDDA-559A-74E8-7B21-E904679BFFDB}"/>
                  </a:ext>
                </a:extLst>
              </p:cNvPr>
              <p:cNvSpPr txBox="1">
                <a:spLocks noChangeArrowheads="1"/>
              </p:cNvSpPr>
              <p:nvPr userDrawn="1"/>
            </p:nvSpPr>
            <p:spPr bwMode="auto">
              <a:xfrm>
                <a:off x="1123" y="1681"/>
                <a:ext cx="279" cy="97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defTabSz="995363" latinLnBrk="0">
                  <a:defRPr/>
                </a:pPr>
                <a:r>
                  <a:rPr lang="en-US" altLang="ko-KR" sz="1000" b="0" i="0">
                    <a:solidFill>
                      <a:srgbClr val="FF3300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Kick-off</a:t>
                </a:r>
              </a:p>
            </p:txBody>
          </p:sp>
          <p:sp>
            <p:nvSpPr>
              <p:cNvPr id="5445" name="AutoShape 395">
                <a:extLst>
                  <a:ext uri="{FF2B5EF4-FFF2-40B4-BE49-F238E27FC236}">
                    <a16:creationId xmlns:a16="http://schemas.microsoft.com/office/drawing/2014/main" id="{B8D8B45F-C1C9-6395-8AC4-4CA7689FAC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10" y="1695"/>
                <a:ext cx="95" cy="68"/>
              </a:xfrm>
              <a:prstGeom prst="triangle">
                <a:avLst>
                  <a:gd name="adj" fmla="val 50000"/>
                </a:avLst>
              </a:prstGeom>
              <a:solidFill>
                <a:srgbClr val="FF3300"/>
              </a:solidFill>
              <a:ln w="9525" algn="ctr">
                <a:solidFill>
                  <a:srgbClr val="CC0066"/>
                </a:solidFill>
                <a:miter lim="800000"/>
                <a:headEnd/>
                <a:tailEnd/>
              </a:ln>
            </p:spPr>
            <p:txBody>
              <a:bodyPr vert="eaVert" lIns="0" tIns="0" rIns="0" bIns="0" anchor="ctr"/>
              <a:lstStyle/>
              <a:p>
                <a:pPr>
                  <a:defRPr/>
                </a:pPr>
                <a:endParaRPr lang="ko-KR" altLang="ko-KR" sz="1100" b="0" i="0">
                  <a:solidFill>
                    <a:srgbClr val="FF33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446" name="TextBox 95">
                <a:extLst>
                  <a:ext uri="{FF2B5EF4-FFF2-40B4-BE49-F238E27FC236}">
                    <a16:creationId xmlns:a16="http://schemas.microsoft.com/office/drawing/2014/main" id="{19DD6678-9D84-FE2C-4390-0B4C10109D5E}"/>
                  </a:ext>
                </a:extLst>
              </p:cNvPr>
              <p:cNvSpPr txBox="1">
                <a:spLocks noChangeArrowheads="1"/>
              </p:cNvSpPr>
              <p:nvPr userDrawn="1"/>
            </p:nvSpPr>
            <p:spPr bwMode="auto">
              <a:xfrm>
                <a:off x="7770" y="1681"/>
                <a:ext cx="428" cy="9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defTabSz="995363" latinLnBrk="0">
                  <a:defRPr/>
                </a:pPr>
                <a:r>
                  <a:rPr lang="ko-KR" altLang="en-US" sz="1000" b="0" i="0">
                    <a:solidFill>
                      <a:srgbClr val="FF3300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시스템 오픈</a:t>
                </a:r>
              </a:p>
            </p:txBody>
          </p:sp>
          <p:sp>
            <p:nvSpPr>
              <p:cNvPr id="5447" name="AutoShape 395">
                <a:extLst>
                  <a:ext uri="{FF2B5EF4-FFF2-40B4-BE49-F238E27FC236}">
                    <a16:creationId xmlns:a16="http://schemas.microsoft.com/office/drawing/2014/main" id="{71588F63-DA23-E56A-14F9-334FA20E719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639" y="1695"/>
                <a:ext cx="95" cy="68"/>
              </a:xfrm>
              <a:prstGeom prst="triangle">
                <a:avLst>
                  <a:gd name="adj" fmla="val 50000"/>
                </a:avLst>
              </a:prstGeom>
              <a:solidFill>
                <a:srgbClr val="FF3300"/>
              </a:solidFill>
              <a:ln w="9525" algn="ctr">
                <a:solidFill>
                  <a:srgbClr val="CC0066"/>
                </a:solidFill>
                <a:miter lim="800000"/>
                <a:headEnd/>
                <a:tailEnd/>
              </a:ln>
            </p:spPr>
            <p:txBody>
              <a:bodyPr vert="eaVert" lIns="0" tIns="0" rIns="0" bIns="0" anchor="ctr"/>
              <a:lstStyle/>
              <a:p>
                <a:pPr>
                  <a:defRPr/>
                </a:pPr>
                <a:endParaRPr lang="ko-KR" altLang="ko-KR" sz="1100" b="0" i="0">
                  <a:solidFill>
                    <a:srgbClr val="FF33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448" name="TextBox 95">
                <a:extLst>
                  <a:ext uri="{FF2B5EF4-FFF2-40B4-BE49-F238E27FC236}">
                    <a16:creationId xmlns:a16="http://schemas.microsoft.com/office/drawing/2014/main" id="{6F3911DF-4F79-B675-EA15-558B51FC3A9E}"/>
                  </a:ext>
                </a:extLst>
              </p:cNvPr>
              <p:cNvSpPr txBox="1">
                <a:spLocks noChangeArrowheads="1"/>
              </p:cNvSpPr>
              <p:nvPr userDrawn="1"/>
            </p:nvSpPr>
            <p:spPr bwMode="auto">
              <a:xfrm>
                <a:off x="4783" y="1681"/>
                <a:ext cx="668" cy="9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defTabSz="995363" latinLnBrk="0">
                  <a:defRPr/>
                </a:pPr>
                <a:r>
                  <a:rPr lang="ko-KR" altLang="en-US" sz="1000" b="0" i="0">
                    <a:solidFill>
                      <a:srgbClr val="FF3300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커스터마이징 완료</a:t>
                </a:r>
              </a:p>
            </p:txBody>
          </p:sp>
          <p:sp>
            <p:nvSpPr>
              <p:cNvPr id="5449" name="AutoShape 395">
                <a:extLst>
                  <a:ext uri="{FF2B5EF4-FFF2-40B4-BE49-F238E27FC236}">
                    <a16:creationId xmlns:a16="http://schemas.microsoft.com/office/drawing/2014/main" id="{65EF4A8B-DAB4-C7B2-96F9-CCDA33D9D10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4670" y="1695"/>
                <a:ext cx="96" cy="68"/>
              </a:xfrm>
              <a:prstGeom prst="triangle">
                <a:avLst>
                  <a:gd name="adj" fmla="val 50000"/>
                </a:avLst>
              </a:prstGeom>
              <a:solidFill>
                <a:srgbClr val="FF3300"/>
              </a:solidFill>
              <a:ln w="9525" algn="ctr">
                <a:solidFill>
                  <a:srgbClr val="CC0066"/>
                </a:solidFill>
                <a:miter lim="800000"/>
                <a:headEnd/>
                <a:tailEnd/>
              </a:ln>
            </p:spPr>
            <p:txBody>
              <a:bodyPr vert="eaVert" lIns="0" tIns="0" rIns="0" bIns="0" anchor="ctr"/>
              <a:lstStyle/>
              <a:p>
                <a:pPr>
                  <a:defRPr/>
                </a:pPr>
                <a:endParaRPr lang="ko-KR" altLang="ko-KR" sz="1100" b="0" i="0">
                  <a:solidFill>
                    <a:srgbClr val="FF33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450" name="TextBox 95">
                <a:extLst>
                  <a:ext uri="{FF2B5EF4-FFF2-40B4-BE49-F238E27FC236}">
                    <a16:creationId xmlns:a16="http://schemas.microsoft.com/office/drawing/2014/main" id="{297DA2FC-BD45-F558-35B3-96E0E88B17A3}"/>
                  </a:ext>
                </a:extLst>
              </p:cNvPr>
              <p:cNvSpPr txBox="1">
                <a:spLocks noChangeArrowheads="1"/>
              </p:cNvSpPr>
              <p:nvPr userDrawn="1"/>
            </p:nvSpPr>
            <p:spPr bwMode="auto">
              <a:xfrm>
                <a:off x="6304" y="1681"/>
                <a:ext cx="588" cy="9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defTabSz="995363" latinLnBrk="0">
                  <a:defRPr/>
                </a:pPr>
                <a:r>
                  <a:rPr lang="ko-KR" altLang="en-US" sz="1000" b="0" i="0">
                    <a:solidFill>
                      <a:srgbClr val="FF3300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통합테스트 완료</a:t>
                </a:r>
              </a:p>
            </p:txBody>
          </p:sp>
          <p:sp>
            <p:nvSpPr>
              <p:cNvPr id="5451" name="AutoShape 395">
                <a:extLst>
                  <a:ext uri="{FF2B5EF4-FFF2-40B4-BE49-F238E27FC236}">
                    <a16:creationId xmlns:a16="http://schemas.microsoft.com/office/drawing/2014/main" id="{3BDB41C6-772A-DC38-7252-43B2338946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167" y="1695"/>
                <a:ext cx="95" cy="68"/>
              </a:xfrm>
              <a:prstGeom prst="triangle">
                <a:avLst>
                  <a:gd name="adj" fmla="val 50000"/>
                </a:avLst>
              </a:prstGeom>
              <a:solidFill>
                <a:srgbClr val="FF3300"/>
              </a:solidFill>
              <a:ln w="9525" algn="ctr">
                <a:solidFill>
                  <a:srgbClr val="CC0066"/>
                </a:solidFill>
                <a:miter lim="800000"/>
                <a:headEnd/>
                <a:tailEnd/>
              </a:ln>
            </p:spPr>
            <p:txBody>
              <a:bodyPr vert="eaVert" lIns="0" tIns="0" rIns="0" bIns="0" anchor="ctr"/>
              <a:lstStyle/>
              <a:p>
                <a:pPr>
                  <a:defRPr/>
                </a:pPr>
                <a:endParaRPr lang="ko-KR" altLang="ko-KR" sz="1100" b="0" i="0">
                  <a:solidFill>
                    <a:srgbClr val="FF33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sp>
            <p:nvSpPr>
              <p:cNvPr id="5452" name="TextBox 95">
                <a:extLst>
                  <a:ext uri="{FF2B5EF4-FFF2-40B4-BE49-F238E27FC236}">
                    <a16:creationId xmlns:a16="http://schemas.microsoft.com/office/drawing/2014/main" id="{CEB8A63B-A470-561B-AC14-FF2A1AF3FD7E}"/>
                  </a:ext>
                </a:extLst>
              </p:cNvPr>
              <p:cNvSpPr txBox="1">
                <a:spLocks noChangeArrowheads="1"/>
              </p:cNvSpPr>
              <p:nvPr userDrawn="1"/>
            </p:nvSpPr>
            <p:spPr bwMode="auto">
              <a:xfrm>
                <a:off x="2766" y="1681"/>
                <a:ext cx="348" cy="9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defTabSz="995363" latinLnBrk="0">
                  <a:defRPr/>
                </a:pPr>
                <a:r>
                  <a:rPr lang="ko-KR" altLang="en-US" sz="1000" b="0" i="0">
                    <a:solidFill>
                      <a:srgbClr val="FF3300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범위 확정</a:t>
                </a:r>
              </a:p>
            </p:txBody>
          </p:sp>
          <p:sp>
            <p:nvSpPr>
              <p:cNvPr id="5453" name="AutoShape 395">
                <a:extLst>
                  <a:ext uri="{FF2B5EF4-FFF2-40B4-BE49-F238E27FC236}">
                    <a16:creationId xmlns:a16="http://schemas.microsoft.com/office/drawing/2014/main" id="{3B3BCFA8-AC80-494B-A906-E1E87961C04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2652" y="1695"/>
                <a:ext cx="95" cy="68"/>
              </a:xfrm>
              <a:prstGeom prst="triangle">
                <a:avLst>
                  <a:gd name="adj" fmla="val 50000"/>
                </a:avLst>
              </a:prstGeom>
              <a:solidFill>
                <a:srgbClr val="FF3300"/>
              </a:solidFill>
              <a:ln w="9525" algn="ctr">
                <a:solidFill>
                  <a:srgbClr val="CC0066"/>
                </a:solidFill>
                <a:miter lim="800000"/>
                <a:headEnd/>
                <a:tailEnd/>
              </a:ln>
            </p:spPr>
            <p:txBody>
              <a:bodyPr vert="eaVert" lIns="0" tIns="0" rIns="0" bIns="0" anchor="ctr"/>
              <a:lstStyle/>
              <a:p>
                <a:pPr>
                  <a:defRPr/>
                </a:pPr>
                <a:endParaRPr lang="ko-KR" altLang="ko-KR" sz="1100" b="0" i="0">
                  <a:solidFill>
                    <a:srgbClr val="FF3300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  <p:grpSp>
            <p:nvGrpSpPr>
              <p:cNvPr id="1286" name="Group 334">
                <a:extLst>
                  <a:ext uri="{FF2B5EF4-FFF2-40B4-BE49-F238E27FC236}">
                    <a16:creationId xmlns:a16="http://schemas.microsoft.com/office/drawing/2014/main" id="{2BA06063-47FA-AA39-9A2A-A9A333E91D61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969" y="1577"/>
                <a:ext cx="8281" cy="68"/>
                <a:chOff x="969" y="1593"/>
                <a:chExt cx="8273" cy="68"/>
              </a:xfrm>
            </p:grpSpPr>
            <p:sp>
              <p:nvSpPr>
                <p:cNvPr id="18487" name="Line 1079">
                  <a:extLst>
                    <a:ext uri="{FF2B5EF4-FFF2-40B4-BE49-F238E27FC236}">
                      <a16:creationId xmlns:a16="http://schemas.microsoft.com/office/drawing/2014/main" id="{AAE3F33C-146F-F790-50C6-8DE422718CE1}"/>
                    </a:ext>
                  </a:extLst>
                </p:cNvPr>
                <p:cNvSpPr>
                  <a:spLocks noChangeShapeType="1"/>
                </p:cNvSpPr>
                <p:nvPr userDrawn="1"/>
              </p:nvSpPr>
              <p:spPr bwMode="auto">
                <a:xfrm flipV="1">
                  <a:off x="991" y="1627"/>
                  <a:ext cx="8210" cy="0"/>
                </a:xfrm>
                <a:prstGeom prst="line">
                  <a:avLst/>
                </a:prstGeom>
                <a:noFill/>
                <a:ln w="25400">
                  <a:solidFill>
                    <a:srgbClr val="4A7EBB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EFF1F0"/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en-US" b="0" i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5456" name="Oval 336">
                  <a:extLst>
                    <a:ext uri="{FF2B5EF4-FFF2-40B4-BE49-F238E27FC236}">
                      <a16:creationId xmlns:a16="http://schemas.microsoft.com/office/drawing/2014/main" id="{0EDFF9CC-2727-6442-96ED-94D12899C09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969" y="1593"/>
                  <a:ext cx="68" cy="68"/>
                </a:xfrm>
                <a:prstGeom prst="ellipse">
                  <a:avLst/>
                </a:prstGeom>
                <a:solidFill>
                  <a:schemeClr val="bg1"/>
                </a:solidFill>
                <a:ln w="19050" algn="ctr">
                  <a:solidFill>
                    <a:srgbClr val="4A7EBB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en-US" b="0" i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5457" name="Oval 337">
                  <a:extLst>
                    <a:ext uri="{FF2B5EF4-FFF2-40B4-BE49-F238E27FC236}">
                      <a16:creationId xmlns:a16="http://schemas.microsoft.com/office/drawing/2014/main" id="{A9E3F6BD-5E89-5ED0-D105-0E8E1DD7E79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2469" y="1593"/>
                  <a:ext cx="69" cy="68"/>
                </a:xfrm>
                <a:prstGeom prst="ellipse">
                  <a:avLst/>
                </a:prstGeom>
                <a:solidFill>
                  <a:schemeClr val="bg1"/>
                </a:solidFill>
                <a:ln w="19050" algn="ctr">
                  <a:solidFill>
                    <a:srgbClr val="4A7EBB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en-US" b="0" i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5458" name="Oval 338">
                  <a:extLst>
                    <a:ext uri="{FF2B5EF4-FFF2-40B4-BE49-F238E27FC236}">
                      <a16:creationId xmlns:a16="http://schemas.microsoft.com/office/drawing/2014/main" id="{64DEA2E3-B149-2561-780F-4A867D297F2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4677" y="1593"/>
                  <a:ext cx="68" cy="68"/>
                </a:xfrm>
                <a:prstGeom prst="ellipse">
                  <a:avLst/>
                </a:prstGeom>
                <a:solidFill>
                  <a:schemeClr val="bg1"/>
                </a:solidFill>
                <a:ln w="19050" algn="ctr">
                  <a:solidFill>
                    <a:srgbClr val="4A7EBB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en-US" b="0" i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5459" name="Oval 339">
                  <a:extLst>
                    <a:ext uri="{FF2B5EF4-FFF2-40B4-BE49-F238E27FC236}">
                      <a16:creationId xmlns:a16="http://schemas.microsoft.com/office/drawing/2014/main" id="{CF52F502-096C-69B6-E466-DF92177403C7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6174" y="1593"/>
                  <a:ext cx="68" cy="68"/>
                </a:xfrm>
                <a:prstGeom prst="ellipse">
                  <a:avLst/>
                </a:prstGeom>
                <a:solidFill>
                  <a:schemeClr val="bg1"/>
                </a:solidFill>
                <a:ln w="19050" algn="ctr">
                  <a:solidFill>
                    <a:srgbClr val="4A7EBB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en-US" b="0" i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5460" name="Oval 340">
                  <a:extLst>
                    <a:ext uri="{FF2B5EF4-FFF2-40B4-BE49-F238E27FC236}">
                      <a16:creationId xmlns:a16="http://schemas.microsoft.com/office/drawing/2014/main" id="{C1DA2329-9B40-06E1-A559-5F560B0D0185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7644" y="1593"/>
                  <a:ext cx="69" cy="68"/>
                </a:xfrm>
                <a:prstGeom prst="ellipse">
                  <a:avLst/>
                </a:prstGeom>
                <a:solidFill>
                  <a:schemeClr val="bg1"/>
                </a:solidFill>
                <a:ln w="19050" algn="ctr">
                  <a:solidFill>
                    <a:srgbClr val="4A7EBB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en-US" b="0" i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  <p:sp>
              <p:nvSpPr>
                <p:cNvPr id="5461" name="Oval 341">
                  <a:extLst>
                    <a:ext uri="{FF2B5EF4-FFF2-40B4-BE49-F238E27FC236}">
                      <a16:creationId xmlns:a16="http://schemas.microsoft.com/office/drawing/2014/main" id="{F7D9087E-B2D9-E91D-2378-954F9906F3A1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auto">
                <a:xfrm>
                  <a:off x="9174" y="1593"/>
                  <a:ext cx="68" cy="68"/>
                </a:xfrm>
                <a:prstGeom prst="ellipse">
                  <a:avLst/>
                </a:prstGeom>
                <a:solidFill>
                  <a:schemeClr val="bg1"/>
                </a:solidFill>
                <a:ln w="19050" algn="ctr">
                  <a:solidFill>
                    <a:srgbClr val="4A7EBB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ko-KR" altLang="en-US" b="0" i="0"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</p:txBody>
            </p:sp>
          </p:grp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4588" indent="-2301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1788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89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6188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3388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30588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7788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35">
            <a:extLst>
              <a:ext uri="{FF2B5EF4-FFF2-40B4-BE49-F238E27FC236}">
                <a16:creationId xmlns:a16="http://schemas.microsoft.com/office/drawing/2014/main" id="{07388C2E-388F-CA71-B7D6-2F1A8301A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05104"/>
            <a:ext cx="120225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전체 추진 일정</a:t>
            </a:r>
          </a:p>
        </p:txBody>
      </p:sp>
      <p:sp>
        <p:nvSpPr>
          <p:cNvPr id="3075" name="Text Box 28">
            <a:extLst>
              <a:ext uri="{FF2B5EF4-FFF2-40B4-BE49-F238E27FC236}">
                <a16:creationId xmlns:a16="http://schemas.microsoft.com/office/drawing/2014/main" id="{49F14C99-AAF1-C71C-CCDA-35E19F858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85" y="2468563"/>
            <a:ext cx="1080919" cy="26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주요 마일스톤</a:t>
            </a:r>
          </a:p>
        </p:txBody>
      </p:sp>
      <p:sp>
        <p:nvSpPr>
          <p:cNvPr id="3076" name="Text Box 29">
            <a:extLst>
              <a:ext uri="{FF2B5EF4-FFF2-40B4-BE49-F238E27FC236}">
                <a16:creationId xmlns:a16="http://schemas.microsoft.com/office/drawing/2014/main" id="{0F757B7A-0214-1A79-2562-F23359311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34" y="5738813"/>
            <a:ext cx="608032" cy="26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채널계</a:t>
            </a:r>
          </a:p>
        </p:txBody>
      </p:sp>
      <p:sp>
        <p:nvSpPr>
          <p:cNvPr id="3077" name="Text Box 30">
            <a:extLst>
              <a:ext uri="{FF2B5EF4-FFF2-40B4-BE49-F238E27FC236}">
                <a16:creationId xmlns:a16="http://schemas.microsoft.com/office/drawing/2014/main" id="{620F7818-86FF-FAA2-2F90-D50F96FF6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029" y="7216775"/>
            <a:ext cx="466968" cy="26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지원</a:t>
            </a:r>
          </a:p>
        </p:txBody>
      </p:sp>
      <p:sp>
        <p:nvSpPr>
          <p:cNvPr id="3078" name="Text Box 31">
            <a:extLst>
              <a:ext uri="{FF2B5EF4-FFF2-40B4-BE49-F238E27FC236}">
                <a16:creationId xmlns:a16="http://schemas.microsoft.com/office/drawing/2014/main" id="{DB381859-602B-1041-D4E8-BCAC28C20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8753475"/>
            <a:ext cx="7429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아키텍처</a:t>
            </a:r>
          </a:p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구축</a:t>
            </a:r>
          </a:p>
        </p:txBody>
      </p:sp>
      <p:sp>
        <p:nvSpPr>
          <p:cNvPr id="3079" name="Text Box 32">
            <a:extLst>
              <a:ext uri="{FF2B5EF4-FFF2-40B4-BE49-F238E27FC236}">
                <a16:creationId xmlns:a16="http://schemas.microsoft.com/office/drawing/2014/main" id="{5F50D695-BCD7-56CA-B42B-630F7C619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5292725"/>
            <a:ext cx="742950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홈페이지</a:t>
            </a:r>
          </a:p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모바일</a:t>
            </a:r>
          </a:p>
        </p:txBody>
      </p:sp>
      <p:sp>
        <p:nvSpPr>
          <p:cNvPr id="3080" name="Text Box 33">
            <a:extLst>
              <a:ext uri="{FF2B5EF4-FFF2-40B4-BE49-F238E27FC236}">
                <a16:creationId xmlns:a16="http://schemas.microsoft.com/office/drawing/2014/main" id="{D74A2B47-634F-B502-F6CE-9CEA8AC4E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540" y="6254750"/>
            <a:ext cx="749097" cy="26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컨택센터</a:t>
            </a:r>
          </a:p>
        </p:txBody>
      </p:sp>
      <p:sp>
        <p:nvSpPr>
          <p:cNvPr id="3081" name="Text Box 34">
            <a:extLst>
              <a:ext uri="{FF2B5EF4-FFF2-40B4-BE49-F238E27FC236}">
                <a16:creationId xmlns:a16="http://schemas.microsoft.com/office/drawing/2014/main" id="{DB1D3362-6575-C274-39E0-691327C22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775" y="6799263"/>
            <a:ext cx="4635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재무</a:t>
            </a:r>
          </a:p>
          <a:p>
            <a:pPr algn="ctr" eaLnBrk="1" hangingPunct="1"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회계</a:t>
            </a:r>
          </a:p>
        </p:txBody>
      </p:sp>
      <p:sp>
        <p:nvSpPr>
          <p:cNvPr id="3082" name="Text Box 35">
            <a:extLst>
              <a:ext uri="{FF2B5EF4-FFF2-40B4-BE49-F238E27FC236}">
                <a16:creationId xmlns:a16="http://schemas.microsoft.com/office/drawing/2014/main" id="{2E8E8CDB-0549-5B30-B4A0-ECFD9FA65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38" y="7493000"/>
            <a:ext cx="7429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그룹웨어</a:t>
            </a:r>
          </a:p>
          <a:p>
            <a:pPr algn="ctr" eaLnBrk="1" hangingPunct="1">
              <a:spcBef>
                <a:spcPct val="10000"/>
              </a:spcBef>
            </a:pPr>
            <a:r>
              <a:rPr lang="en-US" altLang="ko-KR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인사</a:t>
            </a:r>
          </a:p>
        </p:txBody>
      </p:sp>
      <p:sp>
        <p:nvSpPr>
          <p:cNvPr id="3083" name="Text Box 36">
            <a:extLst>
              <a:ext uri="{FF2B5EF4-FFF2-40B4-BE49-F238E27FC236}">
                <a16:creationId xmlns:a16="http://schemas.microsoft.com/office/drawing/2014/main" id="{F4786011-0EF0-23FA-E376-6D8A6896C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009" y="8432800"/>
            <a:ext cx="608032" cy="26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인프라</a:t>
            </a:r>
          </a:p>
        </p:txBody>
      </p:sp>
      <p:sp>
        <p:nvSpPr>
          <p:cNvPr id="3084" name="Text Box 37">
            <a:extLst>
              <a:ext uri="{FF2B5EF4-FFF2-40B4-BE49-F238E27FC236}">
                <a16:creationId xmlns:a16="http://schemas.microsoft.com/office/drawing/2014/main" id="{93789196-A37D-663A-947E-2E78B54D5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184" y="9070975"/>
            <a:ext cx="608032" cy="26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대외계</a:t>
            </a:r>
          </a:p>
        </p:txBody>
      </p:sp>
      <p:sp>
        <p:nvSpPr>
          <p:cNvPr id="3085" name="Text Box 38">
            <a:extLst>
              <a:ext uri="{FF2B5EF4-FFF2-40B4-BE49-F238E27FC236}">
                <a16:creationId xmlns:a16="http://schemas.microsoft.com/office/drawing/2014/main" id="{1F5FA0E3-8789-3043-3D56-2C7603D8B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9526588"/>
            <a:ext cx="74295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재해복구</a:t>
            </a:r>
          </a:p>
          <a:p>
            <a:pPr algn="ctr" eaLnBrk="1" hangingPunct="1">
              <a:lnSpc>
                <a:spcPct val="110000"/>
              </a:lnSpc>
            </a:pPr>
            <a:r>
              <a:rPr lang="ko-KR" altLang="en-US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센터</a:t>
            </a:r>
          </a:p>
        </p:txBody>
      </p:sp>
      <p:sp>
        <p:nvSpPr>
          <p:cNvPr id="3086" name="Line 39">
            <a:extLst>
              <a:ext uri="{FF2B5EF4-FFF2-40B4-BE49-F238E27FC236}">
                <a16:creationId xmlns:a16="http://schemas.microsoft.com/office/drawing/2014/main" id="{33AA379B-773C-D75C-FB7D-D673A0688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413" y="4946650"/>
            <a:ext cx="0" cy="5008563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87" name="Line 40">
            <a:extLst>
              <a:ext uri="{FF2B5EF4-FFF2-40B4-BE49-F238E27FC236}">
                <a16:creationId xmlns:a16="http://schemas.microsoft.com/office/drawing/2014/main" id="{0C9A6220-9D01-DAFF-A02D-A73BFBACA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413" y="6062663"/>
            <a:ext cx="650875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88" name="Line 41">
            <a:extLst>
              <a:ext uri="{FF2B5EF4-FFF2-40B4-BE49-F238E27FC236}">
                <a16:creationId xmlns:a16="http://schemas.microsoft.com/office/drawing/2014/main" id="{7EA57FBB-F107-9B54-7A9C-3B70E82981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413" y="7343775"/>
            <a:ext cx="650875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89" name="Line 42">
            <a:extLst>
              <a:ext uri="{FF2B5EF4-FFF2-40B4-BE49-F238E27FC236}">
                <a16:creationId xmlns:a16="http://schemas.microsoft.com/office/drawing/2014/main" id="{159AAD27-0FD0-BFB4-0844-38296CF84E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763" y="8945563"/>
            <a:ext cx="650875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90" name="Line 43">
            <a:extLst>
              <a:ext uri="{FF2B5EF4-FFF2-40B4-BE49-F238E27FC236}">
                <a16:creationId xmlns:a16="http://schemas.microsoft.com/office/drawing/2014/main" id="{8FB38521-2863-073C-1420-364CC8E3AF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763" y="9559925"/>
            <a:ext cx="650875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91" name="Line 44">
            <a:extLst>
              <a:ext uri="{FF2B5EF4-FFF2-40B4-BE49-F238E27FC236}">
                <a16:creationId xmlns:a16="http://schemas.microsoft.com/office/drawing/2014/main" id="{F306B163-95AA-2ADD-5CEE-F3192E15E9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788" y="2925763"/>
            <a:ext cx="14416087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92" name="Line 45">
            <a:extLst>
              <a:ext uri="{FF2B5EF4-FFF2-40B4-BE49-F238E27FC236}">
                <a16:creationId xmlns:a16="http://schemas.microsoft.com/office/drawing/2014/main" id="{8FF89571-D880-59E3-CB11-349CA31711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788" y="6811963"/>
            <a:ext cx="14416087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93" name="Line 46">
            <a:extLst>
              <a:ext uri="{FF2B5EF4-FFF2-40B4-BE49-F238E27FC236}">
                <a16:creationId xmlns:a16="http://schemas.microsoft.com/office/drawing/2014/main" id="{29C4082B-913B-7203-EE85-8E28115AA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788" y="8164513"/>
            <a:ext cx="14416087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094" name="AutoShape 173">
            <a:extLst>
              <a:ext uri="{FF2B5EF4-FFF2-40B4-BE49-F238E27FC236}">
                <a16:creationId xmlns:a16="http://schemas.microsoft.com/office/drawing/2014/main" id="{CFE97193-2553-C2BB-53F0-6658B3A3DA9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933825" y="3008313"/>
            <a:ext cx="3533775" cy="2413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69 w 21600"/>
              <a:gd name="T13" fmla="*/ 2432 h 21600"/>
              <a:gd name="T14" fmla="*/ 19131 w 21600"/>
              <a:gd name="T15" fmla="*/ 1916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334" y="21600"/>
                </a:lnTo>
                <a:lnTo>
                  <a:pt x="2026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커스터마이징</a:t>
            </a:r>
          </a:p>
        </p:txBody>
      </p:sp>
      <p:sp>
        <p:nvSpPr>
          <p:cNvPr id="3095" name="AutoShape 174">
            <a:extLst>
              <a:ext uri="{FF2B5EF4-FFF2-40B4-BE49-F238E27FC236}">
                <a16:creationId xmlns:a16="http://schemas.microsoft.com/office/drawing/2014/main" id="{7FB168EE-74A1-987B-7BA3-691457E4D9F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71625" y="3019425"/>
            <a:ext cx="2398713" cy="2508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78 w 21600"/>
              <a:gd name="T13" fmla="*/ 2908 h 21600"/>
              <a:gd name="T14" fmla="*/ 18722 w 21600"/>
              <a:gd name="T15" fmla="*/ 1869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77" y="21600"/>
                </a:lnTo>
                <a:lnTo>
                  <a:pt x="1942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분석</a:t>
            </a:r>
          </a:p>
        </p:txBody>
      </p:sp>
      <p:sp>
        <p:nvSpPr>
          <p:cNvPr id="3096" name="AutoShape 289">
            <a:extLst>
              <a:ext uri="{FF2B5EF4-FFF2-40B4-BE49-F238E27FC236}">
                <a16:creationId xmlns:a16="http://schemas.microsoft.com/office/drawing/2014/main" id="{62153E74-10AD-7E36-C7AB-D9C22701F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3" y="3270250"/>
            <a:ext cx="1658937" cy="2222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Sprint#1</a:t>
            </a:r>
          </a:p>
        </p:txBody>
      </p:sp>
      <p:sp>
        <p:nvSpPr>
          <p:cNvPr id="3097" name="AutoShape 289">
            <a:extLst>
              <a:ext uri="{FF2B5EF4-FFF2-40B4-BE49-F238E27FC236}">
                <a16:creationId xmlns:a16="http://schemas.microsoft.com/office/drawing/2014/main" id="{9EB26D67-9BA7-4B84-EF58-D3A95BDE1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5" y="3273425"/>
            <a:ext cx="1477963" cy="2254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Sprint#2</a:t>
            </a:r>
          </a:p>
        </p:txBody>
      </p:sp>
      <p:sp>
        <p:nvSpPr>
          <p:cNvPr id="3098" name="AutoShape 175">
            <a:extLst>
              <a:ext uri="{FF2B5EF4-FFF2-40B4-BE49-F238E27FC236}">
                <a16:creationId xmlns:a16="http://schemas.microsoft.com/office/drawing/2014/main" id="{2508A5F5-3ACC-511F-4764-074F38603AC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504113" y="3005138"/>
            <a:ext cx="2341562" cy="2444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99 w 21600"/>
              <a:gd name="T13" fmla="*/ 2289 h 21600"/>
              <a:gd name="T14" fmla="*/ 19301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6" y="21600"/>
                </a:lnTo>
                <a:lnTo>
                  <a:pt x="2060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</a:p>
        </p:txBody>
      </p:sp>
      <p:sp>
        <p:nvSpPr>
          <p:cNvPr id="3099" name="AutoShape 176">
            <a:extLst>
              <a:ext uri="{FF2B5EF4-FFF2-40B4-BE49-F238E27FC236}">
                <a16:creationId xmlns:a16="http://schemas.microsoft.com/office/drawing/2014/main" id="{B7D860D1-035A-B87A-9DC2-92363677C45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845675" y="3005138"/>
            <a:ext cx="2305050" cy="2444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17 w 21600"/>
              <a:gd name="T13" fmla="*/ 2289 h 21600"/>
              <a:gd name="T14" fmla="*/ 19283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20" y="21600"/>
                </a:lnTo>
                <a:lnTo>
                  <a:pt x="2058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승인테스트</a:t>
            </a:r>
          </a:p>
        </p:txBody>
      </p:sp>
      <p:sp>
        <p:nvSpPr>
          <p:cNvPr id="3100" name="AutoShape 176">
            <a:extLst>
              <a:ext uri="{FF2B5EF4-FFF2-40B4-BE49-F238E27FC236}">
                <a16:creationId xmlns:a16="http://schemas.microsoft.com/office/drawing/2014/main" id="{2F395367-8F20-6235-B78E-C4FC3586063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2223750" y="2997200"/>
            <a:ext cx="2306638" cy="2444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17 w 21600"/>
              <a:gd name="T13" fmla="*/ 2289 h 21600"/>
              <a:gd name="T14" fmla="*/ 19283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20" y="21600"/>
                </a:lnTo>
                <a:lnTo>
                  <a:pt x="2058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안정화</a:t>
            </a:r>
          </a:p>
        </p:txBody>
      </p:sp>
      <p:sp>
        <p:nvSpPr>
          <p:cNvPr id="3101" name="Line 169">
            <a:extLst>
              <a:ext uri="{FF2B5EF4-FFF2-40B4-BE49-F238E27FC236}">
                <a16:creationId xmlns:a16="http://schemas.microsoft.com/office/drawing/2014/main" id="{3BC08E46-8968-8583-F26A-4D7CE799E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200" y="4333875"/>
            <a:ext cx="14416088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02" name="AutoShape 174">
            <a:extLst>
              <a:ext uri="{FF2B5EF4-FFF2-40B4-BE49-F238E27FC236}">
                <a16:creationId xmlns:a16="http://schemas.microsoft.com/office/drawing/2014/main" id="{182D96BC-0A8D-406E-C6BF-ECED987CB4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27175" y="8221663"/>
            <a:ext cx="1227138" cy="2476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78 w 21600"/>
              <a:gd name="T13" fmla="*/ 2908 h 21600"/>
              <a:gd name="T14" fmla="*/ 18722 w 21600"/>
              <a:gd name="T15" fmla="*/ 1869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77" y="21600"/>
                </a:lnTo>
                <a:lnTo>
                  <a:pt x="1942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정의</a:t>
            </a:r>
          </a:p>
        </p:txBody>
      </p:sp>
      <p:sp>
        <p:nvSpPr>
          <p:cNvPr id="3103" name="AutoShape 178">
            <a:extLst>
              <a:ext uri="{FF2B5EF4-FFF2-40B4-BE49-F238E27FC236}">
                <a16:creationId xmlns:a16="http://schemas.microsoft.com/office/drawing/2014/main" id="{08EEF6FF-6995-9F3A-FAB3-733AA373E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8488363"/>
            <a:ext cx="552450" cy="36036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94 h 21600"/>
              <a:gd name="T14" fmla="*/ 18893 w 21600"/>
              <a:gd name="T15" fmla="*/ 189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04" name="AutoShape 178">
            <a:extLst>
              <a:ext uri="{FF2B5EF4-FFF2-40B4-BE49-F238E27FC236}">
                <a16:creationId xmlns:a16="http://schemas.microsoft.com/office/drawing/2014/main" id="{5597B569-3C9B-FBB6-65EA-C588E2D3B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8499475"/>
            <a:ext cx="652463" cy="3492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94 h 21600"/>
              <a:gd name="T14" fmla="*/ 18893 w 21600"/>
              <a:gd name="T15" fmla="*/ 189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05" name="AutoShape 182">
            <a:extLst>
              <a:ext uri="{FF2B5EF4-FFF2-40B4-BE49-F238E27FC236}">
                <a16:creationId xmlns:a16="http://schemas.microsoft.com/office/drawing/2014/main" id="{59EC0D51-2D5E-29D5-0DDF-75FAE97C6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8462963"/>
            <a:ext cx="1204913" cy="16986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UC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환경구성</a:t>
            </a:r>
          </a:p>
        </p:txBody>
      </p:sp>
      <p:sp>
        <p:nvSpPr>
          <p:cNvPr id="3106" name="Text Box 255">
            <a:extLst>
              <a:ext uri="{FF2B5EF4-FFF2-40B4-BE49-F238E27FC236}">
                <a16:creationId xmlns:a16="http://schemas.microsoft.com/office/drawing/2014/main" id="{E7A8B1DA-90D2-2BC7-E83E-35A878AF4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088" y="8585200"/>
            <a:ext cx="543912" cy="307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아키텍처</a:t>
            </a:r>
          </a:p>
          <a:p>
            <a:pPr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구축계획</a:t>
            </a:r>
          </a:p>
        </p:txBody>
      </p:sp>
      <p:sp>
        <p:nvSpPr>
          <p:cNvPr id="3107" name="AutoShape 175">
            <a:extLst>
              <a:ext uri="{FF2B5EF4-FFF2-40B4-BE49-F238E27FC236}">
                <a16:creationId xmlns:a16="http://schemas.microsoft.com/office/drawing/2014/main" id="{D19FFD75-A2D7-7181-6EA4-6676F25333D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933825" y="8232775"/>
            <a:ext cx="5910263" cy="23971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99 w 21600"/>
              <a:gd name="T13" fmla="*/ 2289 h 21600"/>
              <a:gd name="T14" fmla="*/ 19301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6" y="21600"/>
                </a:lnTo>
                <a:lnTo>
                  <a:pt x="2060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구성 및 통합</a:t>
            </a:r>
          </a:p>
        </p:txBody>
      </p:sp>
      <p:sp>
        <p:nvSpPr>
          <p:cNvPr id="3108" name="AutoShape 179">
            <a:extLst>
              <a:ext uri="{FF2B5EF4-FFF2-40B4-BE49-F238E27FC236}">
                <a16:creationId xmlns:a16="http://schemas.microsoft.com/office/drawing/2014/main" id="{5B045987-9BB7-A29B-8E8C-B7D377D76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25" y="8456613"/>
            <a:ext cx="1092200" cy="4635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519 w 21600"/>
              <a:gd name="T13" fmla="*/ 2514 h 21600"/>
              <a:gd name="T14" fmla="*/ 19081 w 21600"/>
              <a:gd name="T15" fmla="*/ 190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434" y="21600"/>
                </a:lnTo>
                <a:lnTo>
                  <a:pt x="2016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09" name="AutoShape 180">
            <a:extLst>
              <a:ext uri="{FF2B5EF4-FFF2-40B4-BE49-F238E27FC236}">
                <a16:creationId xmlns:a16="http://schemas.microsoft.com/office/drawing/2014/main" id="{6B2650EA-B543-65C5-425C-E7B9A5C2C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8456613"/>
            <a:ext cx="2401888" cy="3556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43 w 21600"/>
              <a:gd name="T13" fmla="*/ 2723 h 21600"/>
              <a:gd name="T14" fmla="*/ 18857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10" name="AutoShape 179">
            <a:extLst>
              <a:ext uri="{FF2B5EF4-FFF2-40B4-BE49-F238E27FC236}">
                <a16:creationId xmlns:a16="http://schemas.microsoft.com/office/drawing/2014/main" id="{B6CFA769-2770-4B84-D2C7-EFD0E490E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825" y="8456613"/>
            <a:ext cx="1201738" cy="50006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519 w 21600"/>
              <a:gd name="T13" fmla="*/ 2514 h 21600"/>
              <a:gd name="T14" fmla="*/ 19081 w 21600"/>
              <a:gd name="T15" fmla="*/ 190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434" y="21600"/>
                </a:lnTo>
                <a:lnTo>
                  <a:pt x="2016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운영환경 구성</a:t>
            </a:r>
          </a:p>
        </p:txBody>
      </p:sp>
      <p:sp>
        <p:nvSpPr>
          <p:cNvPr id="3111" name="AutoShape 181">
            <a:extLst>
              <a:ext uri="{FF2B5EF4-FFF2-40B4-BE49-F238E27FC236}">
                <a16:creationId xmlns:a16="http://schemas.microsoft.com/office/drawing/2014/main" id="{8186F67E-9AF2-830E-91C6-FBDF497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825" y="8456613"/>
            <a:ext cx="1201738" cy="3556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23 h 21600"/>
              <a:gd name="T14" fmla="*/ 18882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시스템소프트웨어 구축</a:t>
            </a:r>
          </a:p>
        </p:txBody>
      </p:sp>
      <p:sp>
        <p:nvSpPr>
          <p:cNvPr id="3112" name="AutoShape 179">
            <a:extLst>
              <a:ext uri="{FF2B5EF4-FFF2-40B4-BE49-F238E27FC236}">
                <a16:creationId xmlns:a16="http://schemas.microsoft.com/office/drawing/2014/main" id="{AFAC8C7E-1966-C42E-E78F-61FA620F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2625" y="8464550"/>
            <a:ext cx="1139825" cy="2032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519 w 21600"/>
              <a:gd name="T13" fmla="*/ 2514 h 21600"/>
              <a:gd name="T14" fmla="*/ 19081 w 21600"/>
              <a:gd name="T15" fmla="*/ 190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434" y="21600"/>
                </a:lnTo>
                <a:lnTo>
                  <a:pt x="2016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테스트 구성</a:t>
            </a:r>
          </a:p>
        </p:txBody>
      </p:sp>
      <p:sp>
        <p:nvSpPr>
          <p:cNvPr id="3113" name="AutoShape 289">
            <a:extLst>
              <a:ext uri="{FF2B5EF4-FFF2-40B4-BE49-F238E27FC236}">
                <a16:creationId xmlns:a16="http://schemas.microsoft.com/office/drawing/2014/main" id="{40FCB5BF-35AC-CEC6-2C11-A8486840E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8456613"/>
            <a:ext cx="982663" cy="17621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89 w 21600"/>
              <a:gd name="T13" fmla="*/ 2448 h 21600"/>
              <a:gd name="T14" fmla="*/ 1921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174" y="21600"/>
                </a:lnTo>
                <a:lnTo>
                  <a:pt x="204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DB,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미들웨어 구축</a:t>
            </a:r>
          </a:p>
        </p:txBody>
      </p:sp>
      <p:sp>
        <p:nvSpPr>
          <p:cNvPr id="3114" name="AutoShape 187">
            <a:extLst>
              <a:ext uri="{FF2B5EF4-FFF2-40B4-BE49-F238E27FC236}">
                <a16:creationId xmlns:a16="http://schemas.microsoft.com/office/drawing/2014/main" id="{0E3F84EE-2544-C179-387F-7E88254B5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8456613"/>
            <a:ext cx="1855787" cy="21113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36 h 21600"/>
              <a:gd name="T14" fmla="*/ 18882 w 21600"/>
              <a:gd name="T15" fmla="*/ 1886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가용성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성능테스트</a:t>
            </a:r>
          </a:p>
        </p:txBody>
      </p:sp>
      <p:sp>
        <p:nvSpPr>
          <p:cNvPr id="3115" name="AutoShape 179">
            <a:extLst>
              <a:ext uri="{FF2B5EF4-FFF2-40B4-BE49-F238E27FC236}">
                <a16:creationId xmlns:a16="http://schemas.microsoft.com/office/drawing/2014/main" id="{394D4574-61BA-A126-8010-95A4A99CC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525" y="8456613"/>
            <a:ext cx="546100" cy="2476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519 w 21600"/>
              <a:gd name="T13" fmla="*/ 2514 h 21600"/>
              <a:gd name="T14" fmla="*/ 19081 w 21600"/>
              <a:gd name="T15" fmla="*/ 190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434" y="21600"/>
                </a:lnTo>
                <a:lnTo>
                  <a:pt x="2016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설치계획</a:t>
            </a: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수립</a:t>
            </a:r>
          </a:p>
        </p:txBody>
      </p:sp>
      <p:sp>
        <p:nvSpPr>
          <p:cNvPr id="3116" name="AutoShape 173">
            <a:extLst>
              <a:ext uri="{FF2B5EF4-FFF2-40B4-BE49-F238E27FC236}">
                <a16:creationId xmlns:a16="http://schemas.microsoft.com/office/drawing/2014/main" id="{387166BB-2EF9-163F-083B-ACA2518D73A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816225" y="8224838"/>
            <a:ext cx="1116013" cy="2476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69 w 21600"/>
              <a:gd name="T13" fmla="*/ 2432 h 21600"/>
              <a:gd name="T14" fmla="*/ 19131 w 21600"/>
              <a:gd name="T15" fmla="*/ 1916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334" y="21600"/>
                </a:lnTo>
                <a:lnTo>
                  <a:pt x="2026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설계</a:t>
            </a:r>
          </a:p>
        </p:txBody>
      </p:sp>
      <p:sp>
        <p:nvSpPr>
          <p:cNvPr id="3117" name="AutoShape 289">
            <a:extLst>
              <a:ext uri="{FF2B5EF4-FFF2-40B4-BE49-F238E27FC236}">
                <a16:creationId xmlns:a16="http://schemas.microsoft.com/office/drawing/2014/main" id="{EAB8B788-66FD-2A0B-C034-80CE94E57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0225" y="8472488"/>
            <a:ext cx="863600" cy="40163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18" name="AutoShape 182">
            <a:extLst>
              <a:ext uri="{FF2B5EF4-FFF2-40B4-BE49-F238E27FC236}">
                <a16:creationId xmlns:a16="http://schemas.microsoft.com/office/drawing/2014/main" id="{B48D52EB-701E-2A42-20A5-31F979834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8456613"/>
            <a:ext cx="1116013" cy="17621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개발환경구성</a:t>
            </a:r>
          </a:p>
        </p:txBody>
      </p:sp>
      <p:sp>
        <p:nvSpPr>
          <p:cNvPr id="3119" name="AutoShape 176">
            <a:extLst>
              <a:ext uri="{FF2B5EF4-FFF2-40B4-BE49-F238E27FC236}">
                <a16:creationId xmlns:a16="http://schemas.microsoft.com/office/drawing/2014/main" id="{EE4D631E-6298-5A1D-F258-1DE7334A4C7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831388" y="8240713"/>
            <a:ext cx="4770437" cy="23971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17 w 21600"/>
              <a:gd name="T13" fmla="*/ 2289 h 21600"/>
              <a:gd name="T14" fmla="*/ 19283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20" y="21600"/>
                </a:lnTo>
                <a:lnTo>
                  <a:pt x="2058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전개</a:t>
            </a:r>
          </a:p>
        </p:txBody>
      </p:sp>
      <p:sp>
        <p:nvSpPr>
          <p:cNvPr id="3120" name="AutoShape 289">
            <a:extLst>
              <a:ext uri="{FF2B5EF4-FFF2-40B4-BE49-F238E27FC236}">
                <a16:creationId xmlns:a16="http://schemas.microsoft.com/office/drawing/2014/main" id="{E1ABA925-20BC-9F4A-5D02-D1C376E74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1388" y="8456613"/>
            <a:ext cx="1219200" cy="3556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89 w 21600"/>
              <a:gd name="T13" fmla="*/ 2448 h 21600"/>
              <a:gd name="T14" fmla="*/ 1921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174" y="21600"/>
                </a:lnTo>
                <a:lnTo>
                  <a:pt x="204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21" name="AutoShape 184">
            <a:extLst>
              <a:ext uri="{FF2B5EF4-FFF2-40B4-BE49-F238E27FC236}">
                <a16:creationId xmlns:a16="http://schemas.microsoft.com/office/drawing/2014/main" id="{6DBECE70-D34E-74EC-1266-F7135D514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3038" y="8456613"/>
            <a:ext cx="552450" cy="1936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927 w 21600"/>
              <a:gd name="T13" fmla="*/ 3888 h 21600"/>
              <a:gd name="T14" fmla="*/ 17673 w 21600"/>
              <a:gd name="T15" fmla="*/ 177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4284" y="21600"/>
                </a:lnTo>
                <a:lnTo>
                  <a:pt x="1731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오픈준비</a:t>
            </a:r>
          </a:p>
        </p:txBody>
      </p:sp>
      <p:sp>
        <p:nvSpPr>
          <p:cNvPr id="3122" name="AutoShape 181">
            <a:extLst>
              <a:ext uri="{FF2B5EF4-FFF2-40B4-BE49-F238E27FC236}">
                <a16:creationId xmlns:a16="http://schemas.microsoft.com/office/drawing/2014/main" id="{1CE5856C-624B-48E4-306D-DE40EB43F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2713" y="8456613"/>
            <a:ext cx="1330325" cy="21113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23 h 21600"/>
              <a:gd name="T14" fmla="*/ 18882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승인테스트 지원</a:t>
            </a:r>
          </a:p>
        </p:txBody>
      </p:sp>
      <p:sp>
        <p:nvSpPr>
          <p:cNvPr id="3123" name="AutoShape 181">
            <a:extLst>
              <a:ext uri="{FF2B5EF4-FFF2-40B4-BE49-F238E27FC236}">
                <a16:creationId xmlns:a16="http://schemas.microsoft.com/office/drawing/2014/main" id="{3E0972B4-3F69-FDD0-E9E1-B4B387318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5488" y="8456613"/>
            <a:ext cx="2436812" cy="21113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23 h 21600"/>
              <a:gd name="T14" fmla="*/ 18882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안정화</a:t>
            </a:r>
          </a:p>
        </p:txBody>
      </p:sp>
      <p:sp>
        <p:nvSpPr>
          <p:cNvPr id="3124" name="AutoShape 180">
            <a:extLst>
              <a:ext uri="{FF2B5EF4-FFF2-40B4-BE49-F238E27FC236}">
                <a16:creationId xmlns:a16="http://schemas.microsoft.com/office/drawing/2014/main" id="{C78BDB41-1AC1-7ACA-8D2F-3D71757F7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1388" y="8458200"/>
            <a:ext cx="468312" cy="217488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43 w 21600"/>
              <a:gd name="T13" fmla="*/ 2723 h 21600"/>
              <a:gd name="T14" fmla="*/ 18857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전개계획</a:t>
            </a: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수립</a:t>
            </a:r>
          </a:p>
        </p:txBody>
      </p:sp>
      <p:sp>
        <p:nvSpPr>
          <p:cNvPr id="3125" name="Text Box 193">
            <a:extLst>
              <a:ext uri="{FF2B5EF4-FFF2-40B4-BE49-F238E27FC236}">
                <a16:creationId xmlns:a16="http://schemas.microsoft.com/office/drawing/2014/main" id="{56755690-8AD9-6C09-EBAF-C3E6C6E1A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700" y="8642579"/>
            <a:ext cx="84798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시스템</a:t>
            </a:r>
            <a:r>
              <a:rPr kumimoji="0"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/DB/</a:t>
            </a:r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미들웨어 </a:t>
            </a:r>
          </a:p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아키텍처 설계</a:t>
            </a:r>
          </a:p>
        </p:txBody>
      </p:sp>
      <p:sp>
        <p:nvSpPr>
          <p:cNvPr id="3126" name="Text Box 194">
            <a:extLst>
              <a:ext uri="{FF2B5EF4-FFF2-40B4-BE49-F238E27FC236}">
                <a16:creationId xmlns:a16="http://schemas.microsoft.com/office/drawing/2014/main" id="{3330609B-1D95-41E4-B1FF-404CC2F65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384" y="8632825"/>
            <a:ext cx="755509" cy="307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플랫폼 및</a:t>
            </a:r>
          </a:p>
          <a:p>
            <a:pPr algn="ctr" eaLnBrk="1" hangingPunct="1"/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스토리지 구축</a:t>
            </a:r>
          </a:p>
        </p:txBody>
      </p:sp>
      <p:sp>
        <p:nvSpPr>
          <p:cNvPr id="3127" name="Text Box 195">
            <a:extLst>
              <a:ext uri="{FF2B5EF4-FFF2-40B4-BE49-F238E27FC236}">
                <a16:creationId xmlns:a16="http://schemas.microsoft.com/office/drawing/2014/main" id="{9FAB127F-F0AF-3EED-AC04-76EE2D290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6738" y="8632825"/>
            <a:ext cx="8382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 지원</a:t>
            </a:r>
          </a:p>
        </p:txBody>
      </p:sp>
      <p:sp>
        <p:nvSpPr>
          <p:cNvPr id="3128" name="Text Box 250">
            <a:extLst>
              <a:ext uri="{FF2B5EF4-FFF2-40B4-BE49-F238E27FC236}">
                <a16:creationId xmlns:a16="http://schemas.microsoft.com/office/drawing/2014/main" id="{8E7CFF3A-281C-462C-D1F7-9C096F1A3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677" y="8629879"/>
            <a:ext cx="35907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요구사항</a:t>
            </a:r>
          </a:p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정의</a:t>
            </a:r>
          </a:p>
        </p:txBody>
      </p:sp>
      <p:sp>
        <p:nvSpPr>
          <p:cNvPr id="3129" name="AutoShape 173">
            <a:extLst>
              <a:ext uri="{FF2B5EF4-FFF2-40B4-BE49-F238E27FC236}">
                <a16:creationId xmlns:a16="http://schemas.microsoft.com/office/drawing/2014/main" id="{E169D705-5CEE-DF51-A16D-C2F65D7A837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957638" y="8988425"/>
            <a:ext cx="3506787" cy="20796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69 w 21600"/>
              <a:gd name="T13" fmla="*/ 2432 h 21600"/>
              <a:gd name="T14" fmla="*/ 19131 w 21600"/>
              <a:gd name="T15" fmla="*/ 1916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334" y="21600"/>
                </a:lnTo>
                <a:lnTo>
                  <a:pt x="2026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설계 및 구현</a:t>
            </a:r>
          </a:p>
        </p:txBody>
      </p:sp>
      <p:sp>
        <p:nvSpPr>
          <p:cNvPr id="3130" name="AutoShape 289">
            <a:extLst>
              <a:ext uri="{FF2B5EF4-FFF2-40B4-BE49-F238E27FC236}">
                <a16:creationId xmlns:a16="http://schemas.microsoft.com/office/drawing/2014/main" id="{96CA1B1A-2FEB-B08A-4164-355FA4D06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0338" y="9217025"/>
            <a:ext cx="638175" cy="34766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31" name="AutoShape 289">
            <a:extLst>
              <a:ext uri="{FF2B5EF4-FFF2-40B4-BE49-F238E27FC236}">
                <a16:creationId xmlns:a16="http://schemas.microsoft.com/office/drawing/2014/main" id="{E6539B8B-72C0-30DC-56B3-1DC9E3E1D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763" y="9209088"/>
            <a:ext cx="635000" cy="3556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32" name="AutoShape 289">
            <a:extLst>
              <a:ext uri="{FF2B5EF4-FFF2-40B4-BE49-F238E27FC236}">
                <a16:creationId xmlns:a16="http://schemas.microsoft.com/office/drawing/2014/main" id="{D7F47FDE-C961-8510-D3F4-D9DF1F04B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763" y="9209088"/>
            <a:ext cx="955675" cy="3190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33" name="AutoShape 289">
            <a:extLst>
              <a:ext uri="{FF2B5EF4-FFF2-40B4-BE49-F238E27FC236}">
                <a16:creationId xmlns:a16="http://schemas.microsoft.com/office/drawing/2014/main" id="{2343375F-119D-1A33-2A44-BCB4AC6D5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438" y="9209088"/>
            <a:ext cx="1169987" cy="3190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34" name="AutoShape 182">
            <a:extLst>
              <a:ext uri="{FF2B5EF4-FFF2-40B4-BE49-F238E27FC236}">
                <a16:creationId xmlns:a16="http://schemas.microsoft.com/office/drawing/2014/main" id="{AE31BC04-4239-282F-BA01-1337D360B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638" y="9209088"/>
            <a:ext cx="3508375" cy="1397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적용 및 구현</a:t>
            </a:r>
          </a:p>
        </p:txBody>
      </p:sp>
      <p:sp>
        <p:nvSpPr>
          <p:cNvPr id="3135" name="AutoShape 174">
            <a:extLst>
              <a:ext uri="{FF2B5EF4-FFF2-40B4-BE49-F238E27FC236}">
                <a16:creationId xmlns:a16="http://schemas.microsoft.com/office/drawing/2014/main" id="{0CAC30FE-3D26-2CD5-E3D1-99503B5DA73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663825" y="8993188"/>
            <a:ext cx="1309688" cy="20796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78 w 21600"/>
              <a:gd name="T13" fmla="*/ 2908 h 21600"/>
              <a:gd name="T14" fmla="*/ 18722 w 21600"/>
              <a:gd name="T15" fmla="*/ 1869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77" y="21600"/>
                </a:lnTo>
                <a:lnTo>
                  <a:pt x="1942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정의</a:t>
            </a:r>
          </a:p>
        </p:txBody>
      </p:sp>
      <p:sp>
        <p:nvSpPr>
          <p:cNvPr id="3136" name="AutoShape 178">
            <a:extLst>
              <a:ext uri="{FF2B5EF4-FFF2-40B4-BE49-F238E27FC236}">
                <a16:creationId xmlns:a16="http://schemas.microsoft.com/office/drawing/2014/main" id="{32E51C26-B5F3-DD16-94EB-6194F070D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388" y="9274175"/>
            <a:ext cx="590550" cy="2190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94 h 21600"/>
              <a:gd name="T14" fmla="*/ 18893 w 21600"/>
              <a:gd name="T15" fmla="*/ 189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37" name="AutoShape 178">
            <a:extLst>
              <a:ext uri="{FF2B5EF4-FFF2-40B4-BE49-F238E27FC236}">
                <a16:creationId xmlns:a16="http://schemas.microsoft.com/office/drawing/2014/main" id="{AC417923-AD53-2629-8847-E843F6C1D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9240838"/>
            <a:ext cx="660400" cy="25241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94 h 21600"/>
              <a:gd name="T14" fmla="*/ 18893 w 21600"/>
              <a:gd name="T15" fmla="*/ 189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38" name="AutoShape 182">
            <a:extLst>
              <a:ext uri="{FF2B5EF4-FFF2-40B4-BE49-F238E27FC236}">
                <a16:creationId xmlns:a16="http://schemas.microsoft.com/office/drawing/2014/main" id="{3B07C239-4085-3FA8-9E3F-C23249DEA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3825" y="9209088"/>
            <a:ext cx="1287463" cy="1397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요구사항정의</a:t>
            </a:r>
          </a:p>
        </p:txBody>
      </p:sp>
      <p:sp>
        <p:nvSpPr>
          <p:cNvPr id="3139" name="AutoShape 176">
            <a:extLst>
              <a:ext uri="{FF2B5EF4-FFF2-40B4-BE49-F238E27FC236}">
                <a16:creationId xmlns:a16="http://schemas.microsoft.com/office/drawing/2014/main" id="{4DE4A84D-2354-112B-FBCD-A9952201D6F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845675" y="8980488"/>
            <a:ext cx="4770438" cy="23971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17 w 21600"/>
              <a:gd name="T13" fmla="*/ 2289 h 21600"/>
              <a:gd name="T14" fmla="*/ 19283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20" y="21600"/>
                </a:lnTo>
                <a:lnTo>
                  <a:pt x="2058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전개</a:t>
            </a:r>
          </a:p>
        </p:txBody>
      </p:sp>
      <p:sp>
        <p:nvSpPr>
          <p:cNvPr id="3140" name="AutoShape 289">
            <a:extLst>
              <a:ext uri="{FF2B5EF4-FFF2-40B4-BE49-F238E27FC236}">
                <a16:creationId xmlns:a16="http://schemas.microsoft.com/office/drawing/2014/main" id="{8637522F-AEA2-C0E5-314A-F5B52A1ED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5675" y="9196388"/>
            <a:ext cx="1219200" cy="3571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89 w 21600"/>
              <a:gd name="T13" fmla="*/ 2448 h 21600"/>
              <a:gd name="T14" fmla="*/ 1921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174" y="21600"/>
                </a:lnTo>
                <a:lnTo>
                  <a:pt x="204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41" name="AutoShape 184">
            <a:extLst>
              <a:ext uri="{FF2B5EF4-FFF2-40B4-BE49-F238E27FC236}">
                <a16:creationId xmlns:a16="http://schemas.microsoft.com/office/drawing/2014/main" id="{757485BF-E337-6396-783C-5701F60FD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7325" y="9196388"/>
            <a:ext cx="552450" cy="19526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927 w 21600"/>
              <a:gd name="T13" fmla="*/ 3888 h 21600"/>
              <a:gd name="T14" fmla="*/ 17673 w 21600"/>
              <a:gd name="T15" fmla="*/ 177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4284" y="21600"/>
                </a:lnTo>
                <a:lnTo>
                  <a:pt x="1731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오픈준비</a:t>
            </a:r>
          </a:p>
        </p:txBody>
      </p:sp>
      <p:sp>
        <p:nvSpPr>
          <p:cNvPr id="3142" name="AutoShape 181">
            <a:extLst>
              <a:ext uri="{FF2B5EF4-FFF2-40B4-BE49-F238E27FC236}">
                <a16:creationId xmlns:a16="http://schemas.microsoft.com/office/drawing/2014/main" id="{6D06AE32-BD6B-E8BE-990E-9B41C55A3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0" y="9196388"/>
            <a:ext cx="1330325" cy="2127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23 h 21600"/>
              <a:gd name="T14" fmla="*/ 18882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승인테스트 지원</a:t>
            </a:r>
          </a:p>
        </p:txBody>
      </p:sp>
      <p:sp>
        <p:nvSpPr>
          <p:cNvPr id="3143" name="AutoShape 181">
            <a:extLst>
              <a:ext uri="{FF2B5EF4-FFF2-40B4-BE49-F238E27FC236}">
                <a16:creationId xmlns:a16="http://schemas.microsoft.com/office/drawing/2014/main" id="{91BB3682-358F-0F1D-08CA-667CB4BA9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9775" y="9196388"/>
            <a:ext cx="2436813" cy="2127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23 h 21600"/>
              <a:gd name="T14" fmla="*/ 18882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안정화</a:t>
            </a:r>
          </a:p>
        </p:txBody>
      </p:sp>
      <p:sp>
        <p:nvSpPr>
          <p:cNvPr id="3144" name="AutoShape 180">
            <a:extLst>
              <a:ext uri="{FF2B5EF4-FFF2-40B4-BE49-F238E27FC236}">
                <a16:creationId xmlns:a16="http://schemas.microsoft.com/office/drawing/2014/main" id="{39113918-1F6D-1773-8BD3-029A90F43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5675" y="9197975"/>
            <a:ext cx="468313" cy="2190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43 w 21600"/>
              <a:gd name="T13" fmla="*/ 2723 h 21600"/>
              <a:gd name="T14" fmla="*/ 18857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전개계획</a:t>
            </a: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수립</a:t>
            </a:r>
          </a:p>
        </p:txBody>
      </p:sp>
      <p:sp>
        <p:nvSpPr>
          <p:cNvPr id="3145" name="AutoShape 176">
            <a:extLst>
              <a:ext uri="{FF2B5EF4-FFF2-40B4-BE49-F238E27FC236}">
                <a16:creationId xmlns:a16="http://schemas.microsoft.com/office/drawing/2014/main" id="{E94DD879-9FA0-B6C0-6788-B5CAF724C3E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67600" y="8986838"/>
            <a:ext cx="2376488" cy="20161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17 w 21600"/>
              <a:gd name="T13" fmla="*/ 2289 h 21600"/>
              <a:gd name="T14" fmla="*/ 19283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20" y="21600"/>
                </a:lnTo>
                <a:lnTo>
                  <a:pt x="2058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</a:p>
        </p:txBody>
      </p:sp>
      <p:sp>
        <p:nvSpPr>
          <p:cNvPr id="3146" name="AutoShape 180">
            <a:extLst>
              <a:ext uri="{FF2B5EF4-FFF2-40B4-BE49-F238E27FC236}">
                <a16:creationId xmlns:a16="http://schemas.microsoft.com/office/drawing/2014/main" id="{4BC6F76D-4E7B-45F4-6347-F78A708E1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9209088"/>
            <a:ext cx="754063" cy="3190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43 w 21600"/>
              <a:gd name="T13" fmla="*/ 2723 h 21600"/>
              <a:gd name="T14" fmla="*/ 18857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47" name="AutoShape 180">
            <a:extLst>
              <a:ext uri="{FF2B5EF4-FFF2-40B4-BE49-F238E27FC236}">
                <a16:creationId xmlns:a16="http://schemas.microsoft.com/office/drawing/2014/main" id="{48DB06FE-8020-821D-1ACF-9C9F439D4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1663" y="9185275"/>
            <a:ext cx="1622425" cy="3429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43 w 21600"/>
              <a:gd name="T13" fmla="*/ 2723 h 21600"/>
              <a:gd name="T14" fmla="*/ 18857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48" name="AutoShape 187">
            <a:extLst>
              <a:ext uri="{FF2B5EF4-FFF2-40B4-BE49-F238E27FC236}">
                <a16:creationId xmlns:a16="http://schemas.microsoft.com/office/drawing/2014/main" id="{BD7C5962-6EC3-C674-DAB4-7183EA11B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9197975"/>
            <a:ext cx="2266950" cy="153988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36 h 21600"/>
              <a:gd name="T14" fmla="*/ 18882 w 21600"/>
              <a:gd name="T15" fmla="*/ 1886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테스트</a:t>
            </a:r>
          </a:p>
        </p:txBody>
      </p:sp>
      <p:sp>
        <p:nvSpPr>
          <p:cNvPr id="3149" name="AutoShape 182">
            <a:extLst>
              <a:ext uri="{FF2B5EF4-FFF2-40B4-BE49-F238E27FC236}">
                <a16:creationId xmlns:a16="http://schemas.microsoft.com/office/drawing/2014/main" id="{7AB25E04-C4F2-7104-0595-5ACBCCDCD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9747250"/>
            <a:ext cx="1209675" cy="1714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전원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, Cage, N/W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공사</a:t>
            </a:r>
          </a:p>
        </p:txBody>
      </p:sp>
      <p:sp>
        <p:nvSpPr>
          <p:cNvPr id="3150" name="AutoShape 174">
            <a:extLst>
              <a:ext uri="{FF2B5EF4-FFF2-40B4-BE49-F238E27FC236}">
                <a16:creationId xmlns:a16="http://schemas.microsoft.com/office/drawing/2014/main" id="{FDC00FD5-6D30-90DA-8CA5-35F298DE604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330575" y="9593263"/>
            <a:ext cx="1252538" cy="1793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78 w 21600"/>
              <a:gd name="T13" fmla="*/ 2908 h 21600"/>
              <a:gd name="T14" fmla="*/ 18722 w 21600"/>
              <a:gd name="T15" fmla="*/ 1869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77" y="21600"/>
                </a:lnTo>
                <a:lnTo>
                  <a:pt x="1942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DR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센터구축</a:t>
            </a:r>
          </a:p>
        </p:txBody>
      </p:sp>
      <p:sp>
        <p:nvSpPr>
          <p:cNvPr id="3151" name="AutoShape 182">
            <a:extLst>
              <a:ext uri="{FF2B5EF4-FFF2-40B4-BE49-F238E27FC236}">
                <a16:creationId xmlns:a16="http://schemas.microsoft.com/office/drawing/2014/main" id="{70CC6236-CD22-A617-2DBB-F39121349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4163" y="9747250"/>
            <a:ext cx="1209675" cy="1714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전원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, Cage, N/W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공사</a:t>
            </a:r>
          </a:p>
        </p:txBody>
      </p:sp>
      <p:sp>
        <p:nvSpPr>
          <p:cNvPr id="3152" name="AutoShape 174">
            <a:extLst>
              <a:ext uri="{FF2B5EF4-FFF2-40B4-BE49-F238E27FC236}">
                <a16:creationId xmlns:a16="http://schemas.microsoft.com/office/drawing/2014/main" id="{D175527D-F1B1-A551-5179-54C9D2612E4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46225" y="9593263"/>
            <a:ext cx="1252538" cy="1793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78 w 21600"/>
              <a:gd name="T13" fmla="*/ 2908 h 21600"/>
              <a:gd name="T14" fmla="*/ 18722 w 21600"/>
              <a:gd name="T15" fmla="*/ 1869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77" y="21600"/>
                </a:lnTo>
                <a:lnTo>
                  <a:pt x="1942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주센터구축</a:t>
            </a:r>
          </a:p>
        </p:txBody>
      </p:sp>
      <p:sp>
        <p:nvSpPr>
          <p:cNvPr id="3153" name="AutoShape 173">
            <a:extLst>
              <a:ext uri="{FF2B5EF4-FFF2-40B4-BE49-F238E27FC236}">
                <a16:creationId xmlns:a16="http://schemas.microsoft.com/office/drawing/2014/main" id="{EE663732-BB13-7F6A-3316-20247E8BB0E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05550" y="7427913"/>
            <a:ext cx="1127125" cy="1714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69 w 21600"/>
              <a:gd name="T13" fmla="*/ 2432 h 21600"/>
              <a:gd name="T14" fmla="*/ 19131 w 21600"/>
              <a:gd name="T15" fmla="*/ 1916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334" y="21600"/>
                </a:lnTo>
                <a:lnTo>
                  <a:pt x="2026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그룹웨어 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차 구축</a:t>
            </a:r>
          </a:p>
        </p:txBody>
      </p:sp>
      <p:sp>
        <p:nvSpPr>
          <p:cNvPr id="3154" name="AutoShape 187">
            <a:extLst>
              <a:ext uri="{FF2B5EF4-FFF2-40B4-BE49-F238E27FC236}">
                <a16:creationId xmlns:a16="http://schemas.microsoft.com/office/drawing/2014/main" id="{FD46BA9F-EAA9-171E-E09F-A46BE1851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0" y="7627938"/>
            <a:ext cx="677863" cy="2032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36 h 21600"/>
              <a:gd name="T14" fmla="*/ 18882 w 21600"/>
              <a:gd name="T15" fmla="*/ 1886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설치</a:t>
            </a:r>
          </a:p>
        </p:txBody>
      </p:sp>
      <p:sp>
        <p:nvSpPr>
          <p:cNvPr id="3155" name="AutoShape 187">
            <a:extLst>
              <a:ext uri="{FF2B5EF4-FFF2-40B4-BE49-F238E27FC236}">
                <a16:creationId xmlns:a16="http://schemas.microsoft.com/office/drawing/2014/main" id="{8F109E08-C65E-4A68-55D1-27E7AC3F3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0" y="7627938"/>
            <a:ext cx="1003300" cy="2032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36 h 21600"/>
              <a:gd name="T14" fmla="*/ 18882 w 21600"/>
              <a:gd name="T15" fmla="*/ 1886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점검테스트</a:t>
            </a:r>
          </a:p>
        </p:txBody>
      </p:sp>
      <p:sp>
        <p:nvSpPr>
          <p:cNvPr id="3156" name="AutoShape 187">
            <a:extLst>
              <a:ext uri="{FF2B5EF4-FFF2-40B4-BE49-F238E27FC236}">
                <a16:creationId xmlns:a16="http://schemas.microsoft.com/office/drawing/2014/main" id="{9442672A-8F25-A2FE-5DE3-B28D684AA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8300" y="7621588"/>
            <a:ext cx="666750" cy="2047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36 h 21600"/>
              <a:gd name="T14" fmla="*/ 18882 w 21600"/>
              <a:gd name="T15" fmla="*/ 1886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사용자매뉴얼</a:t>
            </a: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작성</a:t>
            </a:r>
          </a:p>
        </p:txBody>
      </p:sp>
      <p:sp>
        <p:nvSpPr>
          <p:cNvPr id="3157" name="AutoShape 173">
            <a:extLst>
              <a:ext uri="{FF2B5EF4-FFF2-40B4-BE49-F238E27FC236}">
                <a16:creationId xmlns:a16="http://schemas.microsoft.com/office/drawing/2014/main" id="{4A9E8304-C8F9-EC46-3BD8-FA7AF4992F6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529513" y="7427913"/>
            <a:ext cx="1125537" cy="1714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69 w 21600"/>
              <a:gd name="T13" fmla="*/ 2432 h 21600"/>
              <a:gd name="T14" fmla="*/ 19131 w 21600"/>
              <a:gd name="T15" fmla="*/ 1916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334" y="21600"/>
                </a:lnTo>
                <a:lnTo>
                  <a:pt x="2026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그룹웨어 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차 구축</a:t>
            </a:r>
          </a:p>
        </p:txBody>
      </p:sp>
      <p:sp>
        <p:nvSpPr>
          <p:cNvPr id="3158" name="AutoShape 467">
            <a:extLst>
              <a:ext uri="{FF2B5EF4-FFF2-40B4-BE49-F238E27FC236}">
                <a16:creationId xmlns:a16="http://schemas.microsoft.com/office/drawing/2014/main" id="{512DD926-77A4-A52B-4858-FA332764D67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113338" y="7883525"/>
            <a:ext cx="1739900" cy="192088"/>
          </a:xfrm>
          <a:custGeom>
            <a:avLst/>
            <a:gdLst>
              <a:gd name="T0" fmla="*/ 2147483647 w 21600"/>
              <a:gd name="T1" fmla="*/ 11279684 h 21600"/>
              <a:gd name="T2" fmla="*/ 2147483647 w 21600"/>
              <a:gd name="T3" fmla="*/ 22560329 h 21600"/>
              <a:gd name="T4" fmla="*/ 2147483647 w 21600"/>
              <a:gd name="T5" fmla="*/ 11279684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00 w 21600"/>
              <a:gd name="T13" fmla="*/ 2314 h 21600"/>
              <a:gd name="T14" fmla="*/ 19300 w 21600"/>
              <a:gd name="T15" fmla="*/ 192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인사시스템 분석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설계</a:t>
            </a:r>
          </a:p>
        </p:txBody>
      </p:sp>
      <p:sp>
        <p:nvSpPr>
          <p:cNvPr id="3159" name="AutoShape 467">
            <a:extLst>
              <a:ext uri="{FF2B5EF4-FFF2-40B4-BE49-F238E27FC236}">
                <a16:creationId xmlns:a16="http://schemas.microsoft.com/office/drawing/2014/main" id="{6B992638-C730-0E89-96FF-B916519AEC6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888163" y="7883525"/>
            <a:ext cx="2273300" cy="192088"/>
          </a:xfrm>
          <a:custGeom>
            <a:avLst/>
            <a:gdLst>
              <a:gd name="T0" fmla="*/ 2147483647 w 21600"/>
              <a:gd name="T1" fmla="*/ 11279684 h 21600"/>
              <a:gd name="T2" fmla="*/ 2147483647 w 21600"/>
              <a:gd name="T3" fmla="*/ 22560329 h 21600"/>
              <a:gd name="T4" fmla="*/ 2147483647 w 21600"/>
              <a:gd name="T5" fmla="*/ 11279684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00 w 21600"/>
              <a:gd name="T13" fmla="*/ 2314 h 21600"/>
              <a:gd name="T14" fmla="*/ 19300 w 21600"/>
              <a:gd name="T15" fmla="*/ 192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인사시스템 개발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테스트</a:t>
            </a:r>
          </a:p>
        </p:txBody>
      </p:sp>
      <p:sp>
        <p:nvSpPr>
          <p:cNvPr id="3160" name="AutoShape 467">
            <a:extLst>
              <a:ext uri="{FF2B5EF4-FFF2-40B4-BE49-F238E27FC236}">
                <a16:creationId xmlns:a16="http://schemas.microsoft.com/office/drawing/2014/main" id="{6B0B7058-191F-4055-50ED-28081E41449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197975" y="7883525"/>
            <a:ext cx="646113" cy="192088"/>
          </a:xfrm>
          <a:custGeom>
            <a:avLst/>
            <a:gdLst>
              <a:gd name="T0" fmla="*/ 2147483647 w 21600"/>
              <a:gd name="T1" fmla="*/ 11279684 h 21600"/>
              <a:gd name="T2" fmla="*/ 2147483647 w 21600"/>
              <a:gd name="T3" fmla="*/ 22560329 h 21600"/>
              <a:gd name="T4" fmla="*/ 2147483647 w 21600"/>
              <a:gd name="T5" fmla="*/ 11279684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00 w 21600"/>
              <a:gd name="T13" fmla="*/ 2314 h 21600"/>
              <a:gd name="T14" fmla="*/ 19300 w 21600"/>
              <a:gd name="T15" fmla="*/ 192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안정화</a:t>
            </a:r>
          </a:p>
        </p:txBody>
      </p:sp>
      <p:sp>
        <p:nvSpPr>
          <p:cNvPr id="3161" name="AutoShape 289">
            <a:extLst>
              <a:ext uri="{FF2B5EF4-FFF2-40B4-BE49-F238E27FC236}">
                <a16:creationId xmlns:a16="http://schemas.microsoft.com/office/drawing/2014/main" id="{5178457D-5B6E-A36C-D7E5-936A64F8C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7053263"/>
            <a:ext cx="2811462" cy="30956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  </a:t>
            </a: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62" name="AutoShape 174">
            <a:extLst>
              <a:ext uri="{FF2B5EF4-FFF2-40B4-BE49-F238E27FC236}">
                <a16:creationId xmlns:a16="http://schemas.microsoft.com/office/drawing/2014/main" id="{30789E03-24E6-6EF1-CDC0-6B0EC2397C8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41463" y="6853238"/>
            <a:ext cx="2392362" cy="1920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78 w 21600"/>
              <a:gd name="T13" fmla="*/ 2908 h 21600"/>
              <a:gd name="T14" fmla="*/ 18722 w 21600"/>
              <a:gd name="T15" fmla="*/ 1869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177" y="21600"/>
                </a:lnTo>
                <a:lnTo>
                  <a:pt x="19423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분석</a:t>
            </a:r>
          </a:p>
        </p:txBody>
      </p:sp>
      <p:sp>
        <p:nvSpPr>
          <p:cNvPr id="3163" name="AutoShape 182">
            <a:extLst>
              <a:ext uri="{FF2B5EF4-FFF2-40B4-BE49-F238E27FC236}">
                <a16:creationId xmlns:a16="http://schemas.microsoft.com/office/drawing/2014/main" id="{C8E49331-F18A-2490-C90B-0933C5D47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100" y="7064375"/>
            <a:ext cx="1216025" cy="2317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요건정의 및</a:t>
            </a:r>
            <a:b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To-Be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프로세스 정의</a:t>
            </a:r>
          </a:p>
        </p:txBody>
      </p:sp>
      <p:sp>
        <p:nvSpPr>
          <p:cNvPr id="3164" name="AutoShape 182">
            <a:extLst>
              <a:ext uri="{FF2B5EF4-FFF2-40B4-BE49-F238E27FC236}">
                <a16:creationId xmlns:a16="http://schemas.microsoft.com/office/drawing/2014/main" id="{4C2DE988-2B82-CDE1-8D4F-349037D94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7050088"/>
            <a:ext cx="1084263" cy="25241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인터페이스 정의 및 </a:t>
            </a:r>
            <a:b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개발공수 산정 </a:t>
            </a:r>
          </a:p>
        </p:txBody>
      </p:sp>
      <p:sp>
        <p:nvSpPr>
          <p:cNvPr id="3165" name="AutoShape 175">
            <a:extLst>
              <a:ext uri="{FF2B5EF4-FFF2-40B4-BE49-F238E27FC236}">
                <a16:creationId xmlns:a16="http://schemas.microsoft.com/office/drawing/2014/main" id="{FA7F8CBC-8FE4-130F-5D57-12EB5E0CD31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467600" y="6853238"/>
            <a:ext cx="2376488" cy="1920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99 w 21600"/>
              <a:gd name="T13" fmla="*/ 2289 h 21600"/>
              <a:gd name="T14" fmla="*/ 19301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6" y="21600"/>
                </a:lnTo>
                <a:lnTo>
                  <a:pt x="2060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</a:p>
        </p:txBody>
      </p:sp>
      <p:sp>
        <p:nvSpPr>
          <p:cNvPr id="3166" name="AutoShape 289">
            <a:extLst>
              <a:ext uri="{FF2B5EF4-FFF2-40B4-BE49-F238E27FC236}">
                <a16:creationId xmlns:a16="http://schemas.microsoft.com/office/drawing/2014/main" id="{CBB453C2-6913-423E-303A-7151BF3CB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7058025"/>
            <a:ext cx="2376488" cy="2317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89 w 21600"/>
              <a:gd name="T13" fmla="*/ 2448 h 21600"/>
              <a:gd name="T14" fmla="*/ 1921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174" y="21600"/>
                </a:lnTo>
                <a:lnTo>
                  <a:pt x="204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 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 및 시스템 테스트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,</a:t>
            </a: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사용자매뉴얼 작성 </a:t>
            </a:r>
          </a:p>
        </p:txBody>
      </p:sp>
      <p:sp>
        <p:nvSpPr>
          <p:cNvPr id="3167" name="AutoShape 176">
            <a:extLst>
              <a:ext uri="{FF2B5EF4-FFF2-40B4-BE49-F238E27FC236}">
                <a16:creationId xmlns:a16="http://schemas.microsoft.com/office/drawing/2014/main" id="{77105E1A-7652-875F-7DCD-4BF3A015EE7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850438" y="6853238"/>
            <a:ext cx="2335212" cy="1920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17 w 21600"/>
              <a:gd name="T13" fmla="*/ 2289 h 21600"/>
              <a:gd name="T14" fmla="*/ 19283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20" y="21600"/>
                </a:lnTo>
                <a:lnTo>
                  <a:pt x="2058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승인테스트</a:t>
            </a:r>
          </a:p>
        </p:txBody>
      </p:sp>
      <p:sp>
        <p:nvSpPr>
          <p:cNvPr id="3168" name="AutoShape 184">
            <a:extLst>
              <a:ext uri="{FF2B5EF4-FFF2-40B4-BE49-F238E27FC236}">
                <a16:creationId xmlns:a16="http://schemas.microsoft.com/office/drawing/2014/main" id="{241EF434-3AC1-676E-8D7C-7750C3ED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6850" y="7058025"/>
            <a:ext cx="558800" cy="23336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927 w 21600"/>
              <a:gd name="T13" fmla="*/ 3888 h 21600"/>
              <a:gd name="T14" fmla="*/ 17673 w 21600"/>
              <a:gd name="T15" fmla="*/ 177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4284" y="21600"/>
                </a:lnTo>
                <a:lnTo>
                  <a:pt x="1731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오픈준비</a:t>
            </a:r>
          </a:p>
        </p:txBody>
      </p:sp>
      <p:sp>
        <p:nvSpPr>
          <p:cNvPr id="3169" name="AutoShape 187">
            <a:extLst>
              <a:ext uri="{FF2B5EF4-FFF2-40B4-BE49-F238E27FC236}">
                <a16:creationId xmlns:a16="http://schemas.microsoft.com/office/drawing/2014/main" id="{7982042B-F50D-3052-6055-65A2B74A5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9963" y="7058025"/>
            <a:ext cx="673100" cy="236538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36 h 21600"/>
              <a:gd name="T14" fmla="*/ 18882 w 21600"/>
              <a:gd name="T15" fmla="*/ 1886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전개계획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교육</a:t>
            </a:r>
          </a:p>
        </p:txBody>
      </p:sp>
      <p:sp>
        <p:nvSpPr>
          <p:cNvPr id="3170" name="AutoShape 181">
            <a:extLst>
              <a:ext uri="{FF2B5EF4-FFF2-40B4-BE49-F238E27FC236}">
                <a16:creationId xmlns:a16="http://schemas.microsoft.com/office/drawing/2014/main" id="{AF3EF16D-A219-417E-D009-526A9B54E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9888" y="7058025"/>
            <a:ext cx="1081087" cy="2317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23 h 21600"/>
              <a:gd name="T14" fmla="*/ 18882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승인테스트</a:t>
            </a:r>
          </a:p>
        </p:txBody>
      </p:sp>
      <p:sp>
        <p:nvSpPr>
          <p:cNvPr id="3171" name="AutoShape 176">
            <a:extLst>
              <a:ext uri="{FF2B5EF4-FFF2-40B4-BE49-F238E27FC236}">
                <a16:creationId xmlns:a16="http://schemas.microsoft.com/office/drawing/2014/main" id="{C1C8B995-BF91-2604-CCB2-C6F3D7386B5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2204700" y="6853238"/>
            <a:ext cx="2397125" cy="1809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17 w 21600"/>
              <a:gd name="T13" fmla="*/ 2289 h 21600"/>
              <a:gd name="T14" fmla="*/ 19283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20" y="21600"/>
                </a:lnTo>
                <a:lnTo>
                  <a:pt x="2058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안정화</a:t>
            </a:r>
          </a:p>
        </p:txBody>
      </p:sp>
      <p:sp>
        <p:nvSpPr>
          <p:cNvPr id="3172" name="AutoShape 173">
            <a:extLst>
              <a:ext uri="{FF2B5EF4-FFF2-40B4-BE49-F238E27FC236}">
                <a16:creationId xmlns:a16="http://schemas.microsoft.com/office/drawing/2014/main" id="{D398252C-094D-8FC0-C2D6-BBCE6B514F5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933825" y="6853238"/>
            <a:ext cx="3532188" cy="1920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69 w 21600"/>
              <a:gd name="T13" fmla="*/ 2432 h 21600"/>
              <a:gd name="T14" fmla="*/ 19131 w 21600"/>
              <a:gd name="T15" fmla="*/ 1916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334" y="21600"/>
                </a:lnTo>
                <a:lnTo>
                  <a:pt x="2026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커스터마이징</a:t>
            </a:r>
          </a:p>
        </p:txBody>
      </p:sp>
      <p:sp>
        <p:nvSpPr>
          <p:cNvPr id="3173" name="AutoShape 289">
            <a:extLst>
              <a:ext uri="{FF2B5EF4-FFF2-40B4-BE49-F238E27FC236}">
                <a16:creationId xmlns:a16="http://schemas.microsoft.com/office/drawing/2014/main" id="{7D2E9E1B-231A-F6B6-84D9-11A142D8B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63" y="7069138"/>
            <a:ext cx="1522412" cy="1397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 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프로토타이핑 실시</a:t>
            </a:r>
          </a:p>
        </p:txBody>
      </p:sp>
      <p:sp>
        <p:nvSpPr>
          <p:cNvPr id="3174" name="AutoShape 289">
            <a:extLst>
              <a:ext uri="{FF2B5EF4-FFF2-40B4-BE49-F238E27FC236}">
                <a16:creationId xmlns:a16="http://schemas.microsoft.com/office/drawing/2014/main" id="{BE5E267E-8417-B47C-A02F-74B5F532D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825" y="7067550"/>
            <a:ext cx="660400" cy="2286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 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프로토타이핑</a:t>
            </a: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준비</a:t>
            </a:r>
          </a:p>
        </p:txBody>
      </p:sp>
      <p:sp>
        <p:nvSpPr>
          <p:cNvPr id="3175" name="AutoShape 289">
            <a:extLst>
              <a:ext uri="{FF2B5EF4-FFF2-40B4-BE49-F238E27FC236}">
                <a16:creationId xmlns:a16="http://schemas.microsoft.com/office/drawing/2014/main" id="{FDCCB2F8-86F0-FC66-CC8E-F5B92430F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275" y="7064375"/>
            <a:ext cx="1323975" cy="13811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09 w 21600"/>
              <a:gd name="T13" fmla="*/ 2448 h 21600"/>
              <a:gd name="T14" fmla="*/ 1919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229" y="21600"/>
                </a:lnTo>
                <a:lnTo>
                  <a:pt x="2037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  I/F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정의 및 테스트계획 수립</a:t>
            </a:r>
          </a:p>
        </p:txBody>
      </p:sp>
      <p:sp>
        <p:nvSpPr>
          <p:cNvPr id="3176" name="Text Box 244">
            <a:extLst>
              <a:ext uri="{FF2B5EF4-FFF2-40B4-BE49-F238E27FC236}">
                <a16:creationId xmlns:a16="http://schemas.microsoft.com/office/drawing/2014/main" id="{1205A22D-D6C1-8513-CBAA-9C18FDB52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1300" y="7178675"/>
            <a:ext cx="136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추가개발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PGM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작성 및 테스트</a:t>
            </a:r>
          </a:p>
        </p:txBody>
      </p:sp>
      <p:sp>
        <p:nvSpPr>
          <p:cNvPr id="3177" name="Rectangle 245">
            <a:extLst>
              <a:ext uri="{FF2B5EF4-FFF2-40B4-BE49-F238E27FC236}">
                <a16:creationId xmlns:a16="http://schemas.microsoft.com/office/drawing/2014/main" id="{46D1BE5B-99BE-4E83-5DEC-D52F27B04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3850" y="5605463"/>
            <a:ext cx="5387975" cy="490537"/>
          </a:xfrm>
          <a:prstGeom prst="rect">
            <a:avLst/>
          </a:prstGeom>
          <a:solidFill>
            <a:srgbClr val="FFCC99">
              <a:alpha val="34901"/>
            </a:srgbClr>
          </a:solidFill>
          <a:ln w="6350">
            <a:solidFill>
              <a:srgbClr val="FF3300"/>
            </a:solidFill>
            <a:prstDash val="dash"/>
            <a:miter lim="800000"/>
            <a:headEnd/>
            <a:tailEnd/>
          </a:ln>
        </p:spPr>
        <p:txBody>
          <a:bodyPr wrap="none" lIns="91526" tIns="45764" rIns="91526" bIns="45764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endParaRPr lang="ko-KR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78" name="AutoShape 260">
            <a:extLst>
              <a:ext uri="{FF2B5EF4-FFF2-40B4-BE49-F238E27FC236}">
                <a16:creationId xmlns:a16="http://schemas.microsoft.com/office/drawing/2014/main" id="{AA93BB81-9380-B8F2-A4EF-3475ECDD9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9488" y="5838825"/>
            <a:ext cx="1951037" cy="198438"/>
          </a:xfrm>
          <a:custGeom>
            <a:avLst/>
            <a:gdLst>
              <a:gd name="T0" fmla="*/ 5149 w 21600"/>
              <a:gd name="T1" fmla="*/ 0 h 21600"/>
              <a:gd name="T2" fmla="*/ 2710 w 21600"/>
              <a:gd name="T3" fmla="*/ 0 h 21600"/>
              <a:gd name="T4" fmla="*/ 271 w 21600"/>
              <a:gd name="T5" fmla="*/ 0 h 21600"/>
              <a:gd name="T6" fmla="*/ 271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85 w 21600"/>
              <a:gd name="T13" fmla="*/ 2618 h 21600"/>
              <a:gd name="T14" fmla="*/ 18815 w 21600"/>
              <a:gd name="T15" fmla="*/ 189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서버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클라이언트 개발 및 단위테스트</a:t>
            </a:r>
          </a:p>
        </p:txBody>
      </p:sp>
      <p:sp>
        <p:nvSpPr>
          <p:cNvPr id="3179" name="AutoShape 257">
            <a:extLst>
              <a:ext uri="{FF2B5EF4-FFF2-40B4-BE49-F238E27FC236}">
                <a16:creationId xmlns:a16="http://schemas.microsoft.com/office/drawing/2014/main" id="{4DB22F03-5948-F656-5896-28294620B42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888538" y="5678488"/>
            <a:ext cx="1952625" cy="163512"/>
          </a:xfrm>
          <a:custGeom>
            <a:avLst/>
            <a:gdLst>
              <a:gd name="T0" fmla="*/ 12116 w 21600"/>
              <a:gd name="T1" fmla="*/ 0 h 21600"/>
              <a:gd name="T2" fmla="*/ 6239 w 21600"/>
              <a:gd name="T3" fmla="*/ 0 h 21600"/>
              <a:gd name="T4" fmla="*/ 271 w 21600"/>
              <a:gd name="T5" fmla="*/ 0 h 21600"/>
              <a:gd name="T6" fmla="*/ 6239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99 w 21600"/>
              <a:gd name="T13" fmla="*/ 2230 h 21600"/>
              <a:gd name="T14" fmla="*/ 19301 w 21600"/>
              <a:gd name="T15" fmla="*/ 1937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개발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단위테스트</a:t>
            </a:r>
          </a:p>
        </p:txBody>
      </p:sp>
      <p:sp>
        <p:nvSpPr>
          <p:cNvPr id="3180" name="AutoShape 258">
            <a:extLst>
              <a:ext uri="{FF2B5EF4-FFF2-40B4-BE49-F238E27FC236}">
                <a16:creationId xmlns:a16="http://schemas.microsoft.com/office/drawing/2014/main" id="{FBF4DEBC-4688-4C35-70C6-E81231F1198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860213" y="5678488"/>
            <a:ext cx="1568450" cy="185737"/>
          </a:xfrm>
          <a:custGeom>
            <a:avLst/>
            <a:gdLst>
              <a:gd name="T0" fmla="*/ 944 w 21600"/>
              <a:gd name="T1" fmla="*/ 0 h 21600"/>
              <a:gd name="T2" fmla="*/ 508 w 21600"/>
              <a:gd name="T3" fmla="*/ 0 h 21600"/>
              <a:gd name="T4" fmla="*/ 0 w 21600"/>
              <a:gd name="T5" fmla="*/ 0 h 21600"/>
              <a:gd name="T6" fmla="*/ 508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90 w 21600"/>
              <a:gd name="T13" fmla="*/ 2314 h 21600"/>
              <a:gd name="T14" fmla="*/ 19310 w 21600"/>
              <a:gd name="T15" fmla="*/ 192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 및 이행</a:t>
            </a:r>
          </a:p>
        </p:txBody>
      </p:sp>
      <p:sp>
        <p:nvSpPr>
          <p:cNvPr id="3181" name="AutoShape 550">
            <a:extLst>
              <a:ext uri="{FF2B5EF4-FFF2-40B4-BE49-F238E27FC236}">
                <a16:creationId xmlns:a16="http://schemas.microsoft.com/office/drawing/2014/main" id="{6EC02514-EBE3-84B1-E670-6B43C4A3C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2713" y="5845175"/>
            <a:ext cx="595312" cy="2032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61 w 21600"/>
              <a:gd name="T13" fmla="*/ 2804 h 21600"/>
              <a:gd name="T14" fmla="*/ 18839 w 21600"/>
              <a:gd name="T15" fmla="*/ 1879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인수테스트</a:t>
            </a:r>
          </a:p>
        </p:txBody>
      </p:sp>
      <p:sp>
        <p:nvSpPr>
          <p:cNvPr id="3182" name="AutoShape 538">
            <a:extLst>
              <a:ext uri="{FF2B5EF4-FFF2-40B4-BE49-F238E27FC236}">
                <a16:creationId xmlns:a16="http://schemas.microsoft.com/office/drawing/2014/main" id="{8338CCC8-5B7D-C182-5A62-2640077AE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60213" y="5842000"/>
            <a:ext cx="996950" cy="196850"/>
          </a:xfrm>
          <a:custGeom>
            <a:avLst/>
            <a:gdLst>
              <a:gd name="T0" fmla="*/ 92 w 21600"/>
              <a:gd name="T1" fmla="*/ 0 h 21600"/>
              <a:gd name="T2" fmla="*/ 46 w 21600"/>
              <a:gd name="T3" fmla="*/ 0 h 21600"/>
              <a:gd name="T4" fmla="*/ 0 w 21600"/>
              <a:gd name="T5" fmla="*/ 0 h 21600"/>
              <a:gd name="T6" fmla="*/ 4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79 w 21600"/>
              <a:gd name="T13" fmla="*/ 2769 h 21600"/>
              <a:gd name="T14" fmla="*/ 18821 w 21600"/>
              <a:gd name="T15" fmla="*/ 1883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83" name="Text Box 356">
            <a:extLst>
              <a:ext uri="{FF2B5EF4-FFF2-40B4-BE49-F238E27FC236}">
                <a16:creationId xmlns:a16="http://schemas.microsoft.com/office/drawing/2014/main" id="{06957F4A-D162-A100-3FF3-AEE20B1B1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1488" y="5902325"/>
            <a:ext cx="915987" cy="10772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</a:p>
        </p:txBody>
      </p:sp>
      <p:sp>
        <p:nvSpPr>
          <p:cNvPr id="3184" name="AutoShape 176">
            <a:extLst>
              <a:ext uri="{FF2B5EF4-FFF2-40B4-BE49-F238E27FC236}">
                <a16:creationId xmlns:a16="http://schemas.microsoft.com/office/drawing/2014/main" id="{9A057C0B-0278-D5F0-37FF-B4A7AF0757D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3417550" y="5681663"/>
            <a:ext cx="1184275" cy="18256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17 w 21600"/>
              <a:gd name="T13" fmla="*/ 2289 h 21600"/>
              <a:gd name="T14" fmla="*/ 19283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20" y="21600"/>
                </a:lnTo>
                <a:lnTo>
                  <a:pt x="2058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안정화</a:t>
            </a:r>
          </a:p>
        </p:txBody>
      </p:sp>
      <p:sp>
        <p:nvSpPr>
          <p:cNvPr id="3185" name="Text Box 253">
            <a:extLst>
              <a:ext uri="{FF2B5EF4-FFF2-40B4-BE49-F238E27FC236}">
                <a16:creationId xmlns:a16="http://schemas.microsoft.com/office/drawing/2014/main" id="{E228D219-14A1-E228-0FE4-4D7F03FC1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1950" y="5764213"/>
            <a:ext cx="4508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모바일</a:t>
            </a:r>
          </a:p>
        </p:txBody>
      </p:sp>
      <p:sp>
        <p:nvSpPr>
          <p:cNvPr id="3186" name="TextBox 95">
            <a:extLst>
              <a:ext uri="{FF2B5EF4-FFF2-40B4-BE49-F238E27FC236}">
                <a16:creationId xmlns:a16="http://schemas.microsoft.com/office/drawing/2014/main" id="{769BA273-3D6B-EABC-2D53-9AFF0D632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9313" y="5923871"/>
            <a:ext cx="480901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99536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99536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99536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99536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99536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99536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99536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99536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99536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latinLnBrk="0" hangingPunct="1"/>
            <a:r>
              <a:rPr lang="ko-KR" altLang="en-US" sz="700">
                <a:solidFill>
                  <a:srgbClr val="FF33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모바일 오픈</a:t>
            </a:r>
          </a:p>
        </p:txBody>
      </p:sp>
      <p:sp>
        <p:nvSpPr>
          <p:cNvPr id="3187" name="AutoShape 395">
            <a:extLst>
              <a:ext uri="{FF2B5EF4-FFF2-40B4-BE49-F238E27FC236}">
                <a16:creationId xmlns:a16="http://schemas.microsoft.com/office/drawing/2014/main" id="{1325989C-1231-CCEE-FAE5-36B497A78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8813" y="5916613"/>
            <a:ext cx="150812" cy="107950"/>
          </a:xfrm>
          <a:prstGeom prst="triangle">
            <a:avLst>
              <a:gd name="adj" fmla="val 50000"/>
            </a:avLst>
          </a:prstGeom>
          <a:solidFill>
            <a:srgbClr val="FF3300"/>
          </a:solidFill>
          <a:ln w="9525" algn="ctr">
            <a:solidFill>
              <a:srgbClr val="CC0066"/>
            </a:solidFill>
            <a:miter lim="800000"/>
            <a:headEnd/>
            <a:tailEnd/>
          </a:ln>
        </p:spPr>
        <p:txBody>
          <a:bodyPr vert="eaVert"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ko-KR" altLang="ko-KR" sz="700">
              <a:solidFill>
                <a:srgbClr val="FF33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88" name="Rectangle 256">
            <a:extLst>
              <a:ext uri="{FF2B5EF4-FFF2-40B4-BE49-F238E27FC236}">
                <a16:creationId xmlns:a16="http://schemas.microsoft.com/office/drawing/2014/main" id="{11295DD7-DB6D-6CF2-F40F-00805D165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50" y="4979988"/>
            <a:ext cx="11387138" cy="582612"/>
          </a:xfrm>
          <a:prstGeom prst="rect">
            <a:avLst/>
          </a:prstGeom>
          <a:solidFill>
            <a:srgbClr val="FFCC99">
              <a:alpha val="34901"/>
            </a:srgbClr>
          </a:solidFill>
          <a:ln w="6350">
            <a:solidFill>
              <a:srgbClr val="FF3300"/>
            </a:solidFill>
            <a:prstDash val="dash"/>
            <a:miter lim="800000"/>
            <a:headEnd/>
            <a:tailEnd/>
          </a:ln>
        </p:spPr>
        <p:txBody>
          <a:bodyPr wrap="none" lIns="91526" tIns="45764" rIns="91526" bIns="45764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endParaRPr lang="ko-KR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89" name="Text Box 257">
            <a:extLst>
              <a:ext uri="{FF2B5EF4-FFF2-40B4-BE49-F238E27FC236}">
                <a16:creationId xmlns:a16="http://schemas.microsoft.com/office/drawing/2014/main" id="{AF37638A-32E6-0C45-7A6B-B78E3E7990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150" y="5175250"/>
            <a:ext cx="5397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홈페이지</a:t>
            </a:r>
          </a:p>
        </p:txBody>
      </p:sp>
      <p:sp>
        <p:nvSpPr>
          <p:cNvPr id="3190" name="AutoShape 446">
            <a:extLst>
              <a:ext uri="{FF2B5EF4-FFF2-40B4-BE49-F238E27FC236}">
                <a16:creationId xmlns:a16="http://schemas.microsoft.com/office/drawing/2014/main" id="{C1E06D1C-53B4-88C4-0088-865FCF9E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0025" y="5286375"/>
            <a:ext cx="1077913" cy="169863"/>
          </a:xfrm>
          <a:custGeom>
            <a:avLst/>
            <a:gdLst>
              <a:gd name="T0" fmla="*/ 2147483647 w 21600"/>
              <a:gd name="T1" fmla="*/ 1366575417 h 21600"/>
              <a:gd name="T2" fmla="*/ 2147483647 w 21600"/>
              <a:gd name="T3" fmla="*/ 2147483647 h 21600"/>
              <a:gd name="T4" fmla="*/ 2147483647 w 21600"/>
              <a:gd name="T5" fmla="*/ 136657541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94 w 21600"/>
              <a:gd name="T13" fmla="*/ 2799 h 21600"/>
              <a:gd name="T14" fmla="*/ 18806 w 21600"/>
              <a:gd name="T15" fmla="*/ 1880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91" name="AutoShape 448">
            <a:extLst>
              <a:ext uri="{FF2B5EF4-FFF2-40B4-BE49-F238E27FC236}">
                <a16:creationId xmlns:a16="http://schemas.microsoft.com/office/drawing/2014/main" id="{65A89073-ADF1-0876-9255-349FEF4A4A6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002088" y="5068888"/>
            <a:ext cx="1085850" cy="201612"/>
          </a:xfrm>
          <a:custGeom>
            <a:avLst/>
            <a:gdLst>
              <a:gd name="T0" fmla="*/ 2147483647 w 21600"/>
              <a:gd name="T1" fmla="*/ 21551580 h 21600"/>
              <a:gd name="T2" fmla="*/ 2147483647 w 21600"/>
              <a:gd name="T3" fmla="*/ 43083388 h 21600"/>
              <a:gd name="T4" fmla="*/ 2147483647 w 21600"/>
              <a:gd name="T5" fmla="*/ 2155158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92 w 21600"/>
              <a:gd name="T13" fmla="*/ 2314 h 21600"/>
              <a:gd name="T14" fmla="*/ 19308 w 21600"/>
              <a:gd name="T15" fmla="*/ 192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92" name="Text Box 297">
            <a:extLst>
              <a:ext uri="{FF2B5EF4-FFF2-40B4-BE49-F238E27FC236}">
                <a16:creationId xmlns:a16="http://schemas.microsoft.com/office/drawing/2014/main" id="{3266FA85-8FEE-E766-CC05-BA5C0B94C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3688" y="5307013"/>
            <a:ext cx="947737" cy="10772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spcBef>
                <a:spcPct val="10000"/>
              </a:spcBef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프로세스 및 화면설계</a:t>
            </a:r>
          </a:p>
        </p:txBody>
      </p:sp>
      <p:sp>
        <p:nvSpPr>
          <p:cNvPr id="3193" name="AutoShape 507">
            <a:extLst>
              <a:ext uri="{FF2B5EF4-FFF2-40B4-BE49-F238E27FC236}">
                <a16:creationId xmlns:a16="http://schemas.microsoft.com/office/drawing/2014/main" id="{27A477B1-3117-A168-441E-7F0DA2EFA3C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124450" y="5068888"/>
            <a:ext cx="2559050" cy="211137"/>
          </a:xfrm>
          <a:custGeom>
            <a:avLst/>
            <a:gdLst>
              <a:gd name="T0" fmla="*/ 2147483647 w 21600"/>
              <a:gd name="T1" fmla="*/ 28026840 h 21600"/>
              <a:gd name="T2" fmla="*/ 2147483647 w 21600"/>
              <a:gd name="T3" fmla="*/ 56053641 h 21600"/>
              <a:gd name="T4" fmla="*/ 2147483647 w 21600"/>
              <a:gd name="T5" fmla="*/ 28026840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00 w 21600"/>
              <a:gd name="T13" fmla="*/ 2314 h 21600"/>
              <a:gd name="T14" fmla="*/ 19300 w 21600"/>
              <a:gd name="T15" fmla="*/ 192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개발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단위테스트</a:t>
            </a:r>
          </a:p>
        </p:txBody>
      </p:sp>
      <p:sp>
        <p:nvSpPr>
          <p:cNvPr id="3194" name="AutoShape 539">
            <a:extLst>
              <a:ext uri="{FF2B5EF4-FFF2-40B4-BE49-F238E27FC236}">
                <a16:creationId xmlns:a16="http://schemas.microsoft.com/office/drawing/2014/main" id="{E3B8CA4F-CDCE-A986-9EDF-44496B76AD7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683500" y="5070475"/>
            <a:ext cx="2197100" cy="214313"/>
          </a:xfrm>
          <a:custGeom>
            <a:avLst/>
            <a:gdLst>
              <a:gd name="T0" fmla="*/ 2147483647 w 21600"/>
              <a:gd name="T1" fmla="*/ 31174204 h 21600"/>
              <a:gd name="T2" fmla="*/ 2147483647 w 21600"/>
              <a:gd name="T3" fmla="*/ 61972806 h 21600"/>
              <a:gd name="T4" fmla="*/ 2147483647 w 21600"/>
              <a:gd name="T5" fmla="*/ 31174204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00 w 21600"/>
              <a:gd name="T13" fmla="*/ 2274 h 21600"/>
              <a:gd name="T14" fmla="*/ 19300 w 21600"/>
              <a:gd name="T15" fmla="*/ 193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</a:p>
        </p:txBody>
      </p:sp>
      <p:sp>
        <p:nvSpPr>
          <p:cNvPr id="3195" name="AutoShape 453">
            <a:extLst>
              <a:ext uri="{FF2B5EF4-FFF2-40B4-BE49-F238E27FC236}">
                <a16:creationId xmlns:a16="http://schemas.microsoft.com/office/drawing/2014/main" id="{404E4833-5872-4A95-B94F-172671A8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0" y="5286375"/>
            <a:ext cx="2508250" cy="169863"/>
          </a:xfrm>
          <a:custGeom>
            <a:avLst/>
            <a:gdLst>
              <a:gd name="T0" fmla="*/ 2147483647 w 21600"/>
              <a:gd name="T1" fmla="*/ 8041577 h 21600"/>
              <a:gd name="T2" fmla="*/ 2147483647 w 21600"/>
              <a:gd name="T3" fmla="*/ 16079925 h 21600"/>
              <a:gd name="T4" fmla="*/ 2147483647 w 21600"/>
              <a:gd name="T5" fmla="*/ 804157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96 w 21600"/>
              <a:gd name="T13" fmla="*/ 2777 h 21600"/>
              <a:gd name="T14" fmla="*/ 18804 w 21600"/>
              <a:gd name="T15" fmla="*/ 1882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개발 및 단위테스트</a:t>
            </a:r>
          </a:p>
        </p:txBody>
      </p:sp>
      <p:sp>
        <p:nvSpPr>
          <p:cNvPr id="3196" name="AutoShape 538">
            <a:extLst>
              <a:ext uri="{FF2B5EF4-FFF2-40B4-BE49-F238E27FC236}">
                <a16:creationId xmlns:a16="http://schemas.microsoft.com/office/drawing/2014/main" id="{6DBE0DC7-B5B6-0EE7-76AB-00F5F66C5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0" y="5280025"/>
            <a:ext cx="1001713" cy="241300"/>
          </a:xfrm>
          <a:custGeom>
            <a:avLst/>
            <a:gdLst>
              <a:gd name="T0" fmla="*/ 2147483647 w 21600"/>
              <a:gd name="T1" fmla="*/ 351125921 h 21600"/>
              <a:gd name="T2" fmla="*/ 2147483647 w 21600"/>
              <a:gd name="T3" fmla="*/ 702393554 h 21600"/>
              <a:gd name="T4" fmla="*/ 2147483647 w 21600"/>
              <a:gd name="T5" fmla="*/ 351125921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86 w 21600"/>
              <a:gd name="T13" fmla="*/ 2784 h 21600"/>
              <a:gd name="T14" fmla="*/ 18814 w 21600"/>
              <a:gd name="T15" fmla="*/ 1881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197" name="AutoShape 538">
            <a:extLst>
              <a:ext uri="{FF2B5EF4-FFF2-40B4-BE49-F238E27FC236}">
                <a16:creationId xmlns:a16="http://schemas.microsoft.com/office/drawing/2014/main" id="{8D711E0C-0420-E6F8-4A8F-E50E2DE32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563" y="5284788"/>
            <a:ext cx="1117600" cy="233362"/>
          </a:xfrm>
          <a:custGeom>
            <a:avLst/>
            <a:gdLst>
              <a:gd name="T0" fmla="*/ 2147483647 w 21600"/>
              <a:gd name="T1" fmla="*/ 349088055 h 21600"/>
              <a:gd name="T2" fmla="*/ 2147483647 w 21600"/>
              <a:gd name="T3" fmla="*/ 698322506 h 21600"/>
              <a:gd name="T4" fmla="*/ 2147483647 w 21600"/>
              <a:gd name="T5" fmla="*/ 349088055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86 w 21600"/>
              <a:gd name="T13" fmla="*/ 2784 h 21600"/>
              <a:gd name="T14" fmla="*/ 18814 w 21600"/>
              <a:gd name="T15" fmla="*/ 1881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314" name="Text Box 266">
            <a:extLst>
              <a:ext uri="{FF2B5EF4-FFF2-40B4-BE49-F238E27FC236}">
                <a16:creationId xmlns:a16="http://schemas.microsoft.com/office/drawing/2014/main" id="{39941D6B-7D18-17C5-8890-03DE4BF8D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963" y="5348288"/>
            <a:ext cx="1046162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lIns="91526" tIns="45764" rIns="91526" bIns="45764">
            <a:spAutoFit/>
          </a:bodyPr>
          <a:lstStyle/>
          <a:p>
            <a:pPr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차</a:t>
            </a:r>
          </a:p>
        </p:txBody>
      </p:sp>
      <p:sp>
        <p:nvSpPr>
          <p:cNvPr id="3199" name="AutoShape 540">
            <a:extLst>
              <a:ext uri="{FF2B5EF4-FFF2-40B4-BE49-F238E27FC236}">
                <a16:creationId xmlns:a16="http://schemas.microsoft.com/office/drawing/2014/main" id="{C6DA5E5D-2981-6839-97CB-E47C53056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7388" y="5273675"/>
            <a:ext cx="1060450" cy="128588"/>
          </a:xfrm>
          <a:custGeom>
            <a:avLst/>
            <a:gdLst>
              <a:gd name="T0" fmla="*/ 11229959 w 21600"/>
              <a:gd name="T1" fmla="*/ 5507 h 21600"/>
              <a:gd name="T2" fmla="*/ 5615789 w 21600"/>
              <a:gd name="T3" fmla="*/ 5507 h 21600"/>
              <a:gd name="T4" fmla="*/ 0 w 21600"/>
              <a:gd name="T5" fmla="*/ 5507 h 21600"/>
              <a:gd name="T6" fmla="*/ 5615789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99 w 21600"/>
              <a:gd name="T13" fmla="*/ 2835 h 21600"/>
              <a:gd name="T14" fmla="*/ 18801 w 21600"/>
              <a:gd name="T15" fmla="*/ 18765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316" name="Text Box 268">
            <a:extLst>
              <a:ext uri="{FF2B5EF4-FFF2-40B4-BE49-F238E27FC236}">
                <a16:creationId xmlns:a16="http://schemas.microsoft.com/office/drawing/2014/main" id="{5B308D24-4EE3-C3C4-02EB-FA0C1735C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3763" y="5245100"/>
            <a:ext cx="628650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lIns="91526" tIns="45764" rIns="91526" bIns="45764">
            <a:spAutoFit/>
          </a:bodyPr>
          <a:lstStyle/>
          <a:p>
            <a:pPr algn="r"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성능테스트</a:t>
            </a:r>
          </a:p>
        </p:txBody>
      </p:sp>
      <p:sp>
        <p:nvSpPr>
          <p:cNvPr id="2317" name="Text Box 269">
            <a:extLst>
              <a:ext uri="{FF2B5EF4-FFF2-40B4-BE49-F238E27FC236}">
                <a16:creationId xmlns:a16="http://schemas.microsoft.com/office/drawing/2014/main" id="{4D2E6B90-97F1-BEF0-55BD-2B8E3534A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6363" y="5368925"/>
            <a:ext cx="766762" cy="19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lIns="91526" tIns="45764" rIns="91526" bIns="45764">
            <a:spAutoFit/>
          </a:bodyPr>
          <a:lstStyle/>
          <a:p>
            <a:pPr algn="r"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차</a:t>
            </a:r>
          </a:p>
        </p:txBody>
      </p:sp>
      <p:sp>
        <p:nvSpPr>
          <p:cNvPr id="3202" name="AutoShape 539">
            <a:extLst>
              <a:ext uri="{FF2B5EF4-FFF2-40B4-BE49-F238E27FC236}">
                <a16:creationId xmlns:a16="http://schemas.microsoft.com/office/drawing/2014/main" id="{C00454A2-7EDE-27B8-6607-1904317E408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875838" y="5070475"/>
            <a:ext cx="2327275" cy="198438"/>
          </a:xfrm>
          <a:custGeom>
            <a:avLst/>
            <a:gdLst>
              <a:gd name="T0" fmla="*/ 2147483647 w 21600"/>
              <a:gd name="T1" fmla="*/ 28865117 h 21600"/>
              <a:gd name="T2" fmla="*/ 2147483647 w 21600"/>
              <a:gd name="T3" fmla="*/ 57382452 h 21600"/>
              <a:gd name="T4" fmla="*/ 2147483647 w 21600"/>
              <a:gd name="T5" fmla="*/ 2886511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00 w 21600"/>
              <a:gd name="T13" fmla="*/ 2274 h 21600"/>
              <a:gd name="T14" fmla="*/ 19300 w 21600"/>
              <a:gd name="T15" fmla="*/ 193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승인테스트</a:t>
            </a:r>
          </a:p>
        </p:txBody>
      </p:sp>
      <p:sp>
        <p:nvSpPr>
          <p:cNvPr id="3203" name="AutoShape 538">
            <a:extLst>
              <a:ext uri="{FF2B5EF4-FFF2-40B4-BE49-F238E27FC236}">
                <a16:creationId xmlns:a16="http://schemas.microsoft.com/office/drawing/2014/main" id="{E0A84D3E-DBA3-3CB4-5630-07A3BFDBC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68913"/>
            <a:ext cx="541338" cy="233362"/>
          </a:xfrm>
          <a:custGeom>
            <a:avLst/>
            <a:gdLst>
              <a:gd name="T0" fmla="*/ 2147483647 w 21600"/>
              <a:gd name="T1" fmla="*/ 349088055 h 21600"/>
              <a:gd name="T2" fmla="*/ 2147483647 w 21600"/>
              <a:gd name="T3" fmla="*/ 698322506 h 21600"/>
              <a:gd name="T4" fmla="*/ 2147483647 w 21600"/>
              <a:gd name="T5" fmla="*/ 349088055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86 w 21600"/>
              <a:gd name="T13" fmla="*/ 2784 h 21600"/>
              <a:gd name="T14" fmla="*/ 18814 w 21600"/>
              <a:gd name="T15" fmla="*/ 1881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전개계획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교육</a:t>
            </a:r>
          </a:p>
        </p:txBody>
      </p:sp>
      <p:sp>
        <p:nvSpPr>
          <p:cNvPr id="3204" name="AutoShape 538">
            <a:extLst>
              <a:ext uri="{FF2B5EF4-FFF2-40B4-BE49-F238E27FC236}">
                <a16:creationId xmlns:a16="http://schemas.microsoft.com/office/drawing/2014/main" id="{A67CDB61-45EE-CE3E-4FBE-96D0D342D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2888" y="5268913"/>
            <a:ext cx="1441450" cy="233362"/>
          </a:xfrm>
          <a:custGeom>
            <a:avLst/>
            <a:gdLst>
              <a:gd name="T0" fmla="*/ 2147483647 w 21600"/>
              <a:gd name="T1" fmla="*/ 349088055 h 21600"/>
              <a:gd name="T2" fmla="*/ 2147483647 w 21600"/>
              <a:gd name="T3" fmla="*/ 698322506 h 21600"/>
              <a:gd name="T4" fmla="*/ 2147483647 w 21600"/>
              <a:gd name="T5" fmla="*/ 349088055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86 w 21600"/>
              <a:gd name="T13" fmla="*/ 2784 h 21600"/>
              <a:gd name="T14" fmla="*/ 18814 w 21600"/>
              <a:gd name="T15" fmla="*/ 1881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승인테스트</a:t>
            </a:r>
          </a:p>
        </p:txBody>
      </p:sp>
      <p:sp>
        <p:nvSpPr>
          <p:cNvPr id="3205" name="AutoShape 538">
            <a:extLst>
              <a:ext uri="{FF2B5EF4-FFF2-40B4-BE49-F238E27FC236}">
                <a16:creationId xmlns:a16="http://schemas.microsoft.com/office/drawing/2014/main" id="{9EBA9827-C55B-3D87-77A0-6F3C57701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4338" y="5268913"/>
            <a:ext cx="358775" cy="233362"/>
          </a:xfrm>
          <a:custGeom>
            <a:avLst/>
            <a:gdLst>
              <a:gd name="T0" fmla="*/ 2147483647 w 21600"/>
              <a:gd name="T1" fmla="*/ 349088055 h 21600"/>
              <a:gd name="T2" fmla="*/ 2147483647 w 21600"/>
              <a:gd name="T3" fmla="*/ 698322506 h 21600"/>
              <a:gd name="T4" fmla="*/ 2147483647 w 21600"/>
              <a:gd name="T5" fmla="*/ 349088055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86 w 21600"/>
              <a:gd name="T13" fmla="*/ 2784 h 21600"/>
              <a:gd name="T14" fmla="*/ 18814 w 21600"/>
              <a:gd name="T15" fmla="*/ 1881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968" y="21600"/>
                </a:lnTo>
                <a:lnTo>
                  <a:pt x="19632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오픈</a:t>
            </a: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준비</a:t>
            </a:r>
          </a:p>
        </p:txBody>
      </p:sp>
      <p:sp>
        <p:nvSpPr>
          <p:cNvPr id="3206" name="AutoShape 539">
            <a:extLst>
              <a:ext uri="{FF2B5EF4-FFF2-40B4-BE49-F238E27FC236}">
                <a16:creationId xmlns:a16="http://schemas.microsoft.com/office/drawing/2014/main" id="{D63A15E9-4091-6603-A963-B76830F0072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2241213" y="5075238"/>
            <a:ext cx="2328862" cy="198437"/>
          </a:xfrm>
          <a:custGeom>
            <a:avLst/>
            <a:gdLst>
              <a:gd name="T0" fmla="*/ 2147483647 w 21600"/>
              <a:gd name="T1" fmla="*/ 28865117 h 21600"/>
              <a:gd name="T2" fmla="*/ 2147483647 w 21600"/>
              <a:gd name="T3" fmla="*/ 57382452 h 21600"/>
              <a:gd name="T4" fmla="*/ 2147483647 w 21600"/>
              <a:gd name="T5" fmla="*/ 2886511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00 w 21600"/>
              <a:gd name="T13" fmla="*/ 2274 h 21600"/>
              <a:gd name="T14" fmla="*/ 19300 w 21600"/>
              <a:gd name="T15" fmla="*/ 1932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5" y="21600"/>
                </a:lnTo>
                <a:lnTo>
                  <a:pt x="20605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안정화</a:t>
            </a:r>
          </a:p>
        </p:txBody>
      </p:sp>
      <p:sp>
        <p:nvSpPr>
          <p:cNvPr id="3207" name="AutoShape 178">
            <a:extLst>
              <a:ext uri="{FF2B5EF4-FFF2-40B4-BE49-F238E27FC236}">
                <a16:creationId xmlns:a16="http://schemas.microsoft.com/office/drawing/2014/main" id="{2C7F8B63-6BF2-20C8-E422-1A7980A9C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6337300"/>
            <a:ext cx="2751138" cy="433388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94 h 21600"/>
              <a:gd name="T14" fmla="*/ 18893 w 21600"/>
              <a:gd name="T15" fmla="*/ 189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08" name="AutoShape 178">
            <a:extLst>
              <a:ext uri="{FF2B5EF4-FFF2-40B4-BE49-F238E27FC236}">
                <a16:creationId xmlns:a16="http://schemas.microsoft.com/office/drawing/2014/main" id="{4A93BF40-A2C3-3527-EDA9-C905D1566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6337300"/>
            <a:ext cx="647700" cy="3968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94 h 21600"/>
              <a:gd name="T14" fmla="*/ 18893 w 21600"/>
              <a:gd name="T15" fmla="*/ 1890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09" name="AutoShape 175">
            <a:extLst>
              <a:ext uri="{FF2B5EF4-FFF2-40B4-BE49-F238E27FC236}">
                <a16:creationId xmlns:a16="http://schemas.microsoft.com/office/drawing/2014/main" id="{D15CE66F-E198-59B2-9722-F481C0DA633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933825" y="6132513"/>
            <a:ext cx="3532188" cy="2000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99 w 21600"/>
              <a:gd name="T13" fmla="*/ 2289 h 21600"/>
              <a:gd name="T14" fmla="*/ 19301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6" y="21600"/>
                </a:lnTo>
                <a:lnTo>
                  <a:pt x="2060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커스터마이징</a:t>
            </a:r>
          </a:p>
        </p:txBody>
      </p:sp>
      <p:sp>
        <p:nvSpPr>
          <p:cNvPr id="3210" name="AutoShape 173">
            <a:extLst>
              <a:ext uri="{FF2B5EF4-FFF2-40B4-BE49-F238E27FC236}">
                <a16:creationId xmlns:a16="http://schemas.microsoft.com/office/drawing/2014/main" id="{7828C51E-308F-DC28-24ED-20AEEED7BB6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533525" y="6132513"/>
            <a:ext cx="2347913" cy="1968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469 w 21600"/>
              <a:gd name="T13" fmla="*/ 2432 h 21600"/>
              <a:gd name="T14" fmla="*/ 19131 w 21600"/>
              <a:gd name="T15" fmla="*/ 1916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334" y="21600"/>
                </a:lnTo>
                <a:lnTo>
                  <a:pt x="20266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분석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설계</a:t>
            </a:r>
          </a:p>
        </p:txBody>
      </p:sp>
      <p:sp>
        <p:nvSpPr>
          <p:cNvPr id="3211" name="AutoShape 182">
            <a:extLst>
              <a:ext uri="{FF2B5EF4-FFF2-40B4-BE49-F238E27FC236}">
                <a16:creationId xmlns:a16="http://schemas.microsoft.com/office/drawing/2014/main" id="{7E047369-8563-A50E-06A4-02F3FF402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6338888"/>
            <a:ext cx="1069975" cy="201612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분석 및 인프라요건정의</a:t>
            </a:r>
          </a:p>
        </p:txBody>
      </p:sp>
      <p:sp>
        <p:nvSpPr>
          <p:cNvPr id="3212" name="Text Box 250">
            <a:extLst>
              <a:ext uri="{FF2B5EF4-FFF2-40B4-BE49-F238E27FC236}">
                <a16:creationId xmlns:a16="http://schemas.microsoft.com/office/drawing/2014/main" id="{11FA74B1-4D52-1224-862B-D12DC76A2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2988" y="6589713"/>
            <a:ext cx="8032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장비 발주</a:t>
            </a:r>
            <a:r>
              <a:rPr kumimoji="0"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입고</a:t>
            </a:r>
          </a:p>
        </p:txBody>
      </p:sp>
      <p:sp>
        <p:nvSpPr>
          <p:cNvPr id="3213" name="AutoShape 182">
            <a:extLst>
              <a:ext uri="{FF2B5EF4-FFF2-40B4-BE49-F238E27FC236}">
                <a16:creationId xmlns:a16="http://schemas.microsoft.com/office/drawing/2014/main" id="{6F5619CB-6F70-19BB-EEB2-015CCA134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6337300"/>
            <a:ext cx="1069975" cy="2889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14" name="AutoShape 176">
            <a:extLst>
              <a:ext uri="{FF2B5EF4-FFF2-40B4-BE49-F238E27FC236}">
                <a16:creationId xmlns:a16="http://schemas.microsoft.com/office/drawing/2014/main" id="{CD05EA46-3D06-AEBE-A2DE-15101ADBEBB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2185650" y="6132513"/>
            <a:ext cx="1225550" cy="17145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17 w 21600"/>
              <a:gd name="T13" fmla="*/ 2289 h 21600"/>
              <a:gd name="T14" fmla="*/ 19283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020" y="21600"/>
                </a:lnTo>
                <a:lnTo>
                  <a:pt x="2058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전개 및 안정화</a:t>
            </a:r>
          </a:p>
        </p:txBody>
      </p:sp>
      <p:sp>
        <p:nvSpPr>
          <p:cNvPr id="3215" name="AutoShape 180">
            <a:extLst>
              <a:ext uri="{FF2B5EF4-FFF2-40B4-BE49-F238E27FC236}">
                <a16:creationId xmlns:a16="http://schemas.microsoft.com/office/drawing/2014/main" id="{22D0B90F-CDDC-12C5-670B-2D9B1B05F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0413" y="6343650"/>
            <a:ext cx="1185862" cy="1873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22 w 21600"/>
              <a:gd name="T13" fmla="*/ 2723 h 21600"/>
              <a:gd name="T14" fmla="*/ 18878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16" name="AutoShape 289">
            <a:extLst>
              <a:ext uri="{FF2B5EF4-FFF2-40B4-BE49-F238E27FC236}">
                <a16:creationId xmlns:a16="http://schemas.microsoft.com/office/drawing/2014/main" id="{2E999C27-A6CB-16E6-44E6-25CF6413D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31575" y="6311900"/>
            <a:ext cx="871538" cy="4349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389 w 21600"/>
              <a:gd name="T13" fmla="*/ 2448 h 21600"/>
              <a:gd name="T14" fmla="*/ 19211 w 21600"/>
              <a:gd name="T15" fmla="*/ 1915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174" y="21600"/>
                </a:lnTo>
                <a:lnTo>
                  <a:pt x="2042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17" name="AutoShape 175">
            <a:extLst>
              <a:ext uri="{FF2B5EF4-FFF2-40B4-BE49-F238E27FC236}">
                <a16:creationId xmlns:a16="http://schemas.microsoft.com/office/drawing/2014/main" id="{F0098B03-959D-2F88-E1C6-6BABA6AD269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505700" y="6132513"/>
            <a:ext cx="2308225" cy="1793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99 w 21600"/>
              <a:gd name="T13" fmla="*/ 2289 h 21600"/>
              <a:gd name="T14" fmla="*/ 19301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6" y="21600"/>
                </a:lnTo>
                <a:lnTo>
                  <a:pt x="2060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</a:p>
        </p:txBody>
      </p:sp>
      <p:sp>
        <p:nvSpPr>
          <p:cNvPr id="3218" name="AutoShape 180">
            <a:extLst>
              <a:ext uri="{FF2B5EF4-FFF2-40B4-BE49-F238E27FC236}">
                <a16:creationId xmlns:a16="http://schemas.microsoft.com/office/drawing/2014/main" id="{1A0E2D01-EA55-5CFA-6338-085BF03BA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5213" y="6340475"/>
            <a:ext cx="1116012" cy="2921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43 w 21600"/>
              <a:gd name="T13" fmla="*/ 2723 h 21600"/>
              <a:gd name="T14" fmla="*/ 18857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19" name="AutoShape 187">
            <a:extLst>
              <a:ext uri="{FF2B5EF4-FFF2-40B4-BE49-F238E27FC236}">
                <a16:creationId xmlns:a16="http://schemas.microsoft.com/office/drawing/2014/main" id="{9B1034D9-9A30-A2D1-C370-BA980BD57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9188" y="6342063"/>
            <a:ext cx="2344737" cy="13970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8 w 21600"/>
              <a:gd name="T13" fmla="*/ 2736 h 21600"/>
              <a:gd name="T14" fmla="*/ 18882 w 21600"/>
              <a:gd name="T15" fmla="*/ 1886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성능테스트</a:t>
            </a:r>
          </a:p>
        </p:txBody>
      </p:sp>
      <p:sp>
        <p:nvSpPr>
          <p:cNvPr id="3220" name="Text Box 250">
            <a:extLst>
              <a:ext uri="{FF2B5EF4-FFF2-40B4-BE49-F238E27FC236}">
                <a16:creationId xmlns:a16="http://schemas.microsoft.com/office/drawing/2014/main" id="{A9DD1F63-6EF5-2345-C2EA-998804CB0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7263" y="6445250"/>
            <a:ext cx="13382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사용자매뉴얼작성</a:t>
            </a:r>
          </a:p>
        </p:txBody>
      </p:sp>
      <p:sp>
        <p:nvSpPr>
          <p:cNvPr id="3221" name="AutoShape 175">
            <a:extLst>
              <a:ext uri="{FF2B5EF4-FFF2-40B4-BE49-F238E27FC236}">
                <a16:creationId xmlns:a16="http://schemas.microsoft.com/office/drawing/2014/main" id="{50881B12-8B8E-6729-467C-8538B69D4EF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867900" y="6138863"/>
            <a:ext cx="2289175" cy="17303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299 w 21600"/>
              <a:gd name="T13" fmla="*/ 2289 h 21600"/>
              <a:gd name="T14" fmla="*/ 19301 w 21600"/>
              <a:gd name="T15" fmla="*/ 1931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996" y="21600"/>
                </a:lnTo>
                <a:lnTo>
                  <a:pt x="20604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ADFEE"/>
          </a:solidFill>
          <a:ln w="9525" algn="ctr">
            <a:solidFill>
              <a:srgbClr val="599DCB"/>
            </a:solidFill>
            <a:miter lim="800000"/>
            <a:headEnd/>
            <a:tailEnd/>
          </a:ln>
        </p:spPr>
        <p:txBody>
          <a:bodyPr rot="10800000" wrap="none" lIns="70972" tIns="35485" rIns="70972" bIns="35485" anchor="ctr"/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승인테스트</a:t>
            </a:r>
          </a:p>
        </p:txBody>
      </p:sp>
      <p:sp>
        <p:nvSpPr>
          <p:cNvPr id="3222" name="AutoShape 184">
            <a:extLst>
              <a:ext uri="{FF2B5EF4-FFF2-40B4-BE49-F238E27FC236}">
                <a16:creationId xmlns:a16="http://schemas.microsoft.com/office/drawing/2014/main" id="{F4D45C2F-E11E-061F-B04D-A8940D78F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3675" y="6326188"/>
            <a:ext cx="561975" cy="1619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944 w 21600"/>
              <a:gd name="T13" fmla="*/ 3888 h 21600"/>
              <a:gd name="T14" fmla="*/ 17656 w 21600"/>
              <a:gd name="T15" fmla="*/ 177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4284" y="21600"/>
                </a:lnTo>
                <a:lnTo>
                  <a:pt x="1731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오픈준비</a:t>
            </a:r>
          </a:p>
        </p:txBody>
      </p:sp>
      <p:sp>
        <p:nvSpPr>
          <p:cNvPr id="3223" name="AutoShape 180">
            <a:extLst>
              <a:ext uri="{FF2B5EF4-FFF2-40B4-BE49-F238E27FC236}">
                <a16:creationId xmlns:a16="http://schemas.microsoft.com/office/drawing/2014/main" id="{F5D6DCEB-418F-A5B1-00F6-2AF2BD966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1150" y="6326188"/>
            <a:ext cx="1109663" cy="306387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22 w 21600"/>
              <a:gd name="T13" fmla="*/ 2723 h 21600"/>
              <a:gd name="T14" fmla="*/ 18878 w 21600"/>
              <a:gd name="T15" fmla="*/ 1887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24" name="AutoShape 187">
            <a:extLst>
              <a:ext uri="{FF2B5EF4-FFF2-40B4-BE49-F238E27FC236}">
                <a16:creationId xmlns:a16="http://schemas.microsoft.com/office/drawing/2014/main" id="{5B6F8693-3BBE-909D-6742-925DFB3E5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688" y="6318250"/>
            <a:ext cx="663575" cy="3143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75 w 21600"/>
              <a:gd name="T13" fmla="*/ 2736 h 21600"/>
              <a:gd name="T14" fmla="*/ 18825 w 21600"/>
              <a:gd name="T15" fmla="*/ 18864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endParaRPr lang="en-US" altLang="ko-KR" sz="70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교육</a:t>
            </a:r>
          </a:p>
        </p:txBody>
      </p:sp>
      <p:sp>
        <p:nvSpPr>
          <p:cNvPr id="3225" name="AutoShape 181">
            <a:extLst>
              <a:ext uri="{FF2B5EF4-FFF2-40B4-BE49-F238E27FC236}">
                <a16:creationId xmlns:a16="http://schemas.microsoft.com/office/drawing/2014/main" id="{2FA493AF-33F9-2E42-C128-0E10BE005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9013" y="6345238"/>
            <a:ext cx="1635125" cy="13652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14 w 21600"/>
              <a:gd name="T13" fmla="*/ 2727 h 21600"/>
              <a:gd name="T14" fmla="*/ 18886 w 21600"/>
              <a:gd name="T15" fmla="*/ 1887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승인테스트</a:t>
            </a:r>
          </a:p>
        </p:txBody>
      </p:sp>
      <p:sp>
        <p:nvSpPr>
          <p:cNvPr id="3226" name="Text Box 250">
            <a:extLst>
              <a:ext uri="{FF2B5EF4-FFF2-40B4-BE49-F238E27FC236}">
                <a16:creationId xmlns:a16="http://schemas.microsoft.com/office/drawing/2014/main" id="{05E5FCC2-32B1-C6C7-1F1B-55FC69958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1788" y="6453188"/>
            <a:ext cx="10953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전개계획수립</a:t>
            </a:r>
          </a:p>
        </p:txBody>
      </p:sp>
      <p:sp>
        <p:nvSpPr>
          <p:cNvPr id="3227" name="Text Box 250">
            <a:extLst>
              <a:ext uri="{FF2B5EF4-FFF2-40B4-BE49-F238E27FC236}">
                <a16:creationId xmlns:a16="http://schemas.microsoft.com/office/drawing/2014/main" id="{A9B25478-2D02-9B88-8CF6-DEF1702DA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22188" y="6350000"/>
            <a:ext cx="6858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kumimoji="0" lang="ko-KR" altLang="en-US" sz="700">
                <a:solidFill>
                  <a:srgbClr val="333333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안정화</a:t>
            </a:r>
          </a:p>
        </p:txBody>
      </p:sp>
      <p:sp>
        <p:nvSpPr>
          <p:cNvPr id="3228" name="AutoShape 179">
            <a:extLst>
              <a:ext uri="{FF2B5EF4-FFF2-40B4-BE49-F238E27FC236}">
                <a16:creationId xmlns:a16="http://schemas.microsoft.com/office/drawing/2014/main" id="{D7ABD47C-A3AE-8A5A-FCA7-A2BF9AA0F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825" y="6311900"/>
            <a:ext cx="3519488" cy="27781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519 w 21600"/>
              <a:gd name="T13" fmla="*/ 2514 h 21600"/>
              <a:gd name="T14" fmla="*/ 19081 w 21600"/>
              <a:gd name="T15" fmla="*/ 1908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434" y="21600"/>
                </a:lnTo>
                <a:lnTo>
                  <a:pt x="20166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상담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App.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개발 및 단위테스트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장비설치</a:t>
            </a:r>
          </a:p>
        </p:txBody>
      </p:sp>
      <p:sp>
        <p:nvSpPr>
          <p:cNvPr id="3229" name="AutoShape 182">
            <a:extLst>
              <a:ext uri="{FF2B5EF4-FFF2-40B4-BE49-F238E27FC236}">
                <a16:creationId xmlns:a16="http://schemas.microsoft.com/office/drawing/2014/main" id="{C742BB49-BC66-05F9-036E-574863A01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1613" y="6343650"/>
            <a:ext cx="1192212" cy="131763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707 w 21600"/>
              <a:gd name="T13" fmla="*/ 2688 h 21600"/>
              <a:gd name="T14" fmla="*/ 18893 w 21600"/>
              <a:gd name="T15" fmla="*/ 1891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1837" y="21600"/>
                </a:lnTo>
                <a:lnTo>
                  <a:pt x="19763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9525" algn="ctr">
            <a:solidFill>
              <a:srgbClr val="4D9DCB"/>
            </a:solidFill>
            <a:miter lim="800000"/>
            <a:headEnd/>
            <a:tailEnd/>
          </a:ln>
        </p:spPr>
        <p:txBody>
          <a:bodyPr wrap="none" lIns="77010" tIns="38506" rIns="77010" bIns="38506" anchor="ctr"/>
          <a:lstStyle>
            <a:lvl1pPr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10271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10271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Gap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분석 및 요구정의</a:t>
            </a:r>
          </a:p>
        </p:txBody>
      </p:sp>
      <p:sp>
        <p:nvSpPr>
          <p:cNvPr id="3230" name="Text Box 255">
            <a:extLst>
              <a:ext uri="{FF2B5EF4-FFF2-40B4-BE49-F238E27FC236}">
                <a16:creationId xmlns:a16="http://schemas.microsoft.com/office/drawing/2014/main" id="{68820ACE-B4F7-18BA-13CF-5609ECE52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6925" y="6572250"/>
            <a:ext cx="579438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kumimoji="0"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App. </a:t>
            </a:r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설계</a:t>
            </a:r>
          </a:p>
        </p:txBody>
      </p:sp>
      <p:sp>
        <p:nvSpPr>
          <p:cNvPr id="3231" name="Text Box 250">
            <a:extLst>
              <a:ext uri="{FF2B5EF4-FFF2-40B4-BE49-F238E27FC236}">
                <a16:creationId xmlns:a16="http://schemas.microsoft.com/office/drawing/2014/main" id="{E93FA2B3-A128-828B-A404-F2BDCEA65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8288" y="6445250"/>
            <a:ext cx="801687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콜인프라 설계</a:t>
            </a:r>
          </a:p>
        </p:txBody>
      </p:sp>
      <p:sp>
        <p:nvSpPr>
          <p:cNvPr id="3232" name="Text Box 250">
            <a:extLst>
              <a:ext uri="{FF2B5EF4-FFF2-40B4-BE49-F238E27FC236}">
                <a16:creationId xmlns:a16="http://schemas.microsoft.com/office/drawing/2014/main" id="{189AED1F-040D-8E69-1768-290268BDB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4588" y="6459538"/>
            <a:ext cx="1096962" cy="307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운영자매뉴얼</a:t>
            </a:r>
          </a:p>
          <a:p>
            <a:pPr algn="ctr"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작성</a:t>
            </a:r>
          </a:p>
        </p:txBody>
      </p:sp>
      <p:sp>
        <p:nvSpPr>
          <p:cNvPr id="3233" name="Text Box 255">
            <a:extLst>
              <a:ext uri="{FF2B5EF4-FFF2-40B4-BE49-F238E27FC236}">
                <a16:creationId xmlns:a16="http://schemas.microsoft.com/office/drawing/2014/main" id="{523AF3D7-54F8-3D42-32D6-79D938AE8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9312275"/>
            <a:ext cx="5397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kumimoji="0"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기관정의</a:t>
            </a:r>
          </a:p>
        </p:txBody>
      </p:sp>
      <p:sp>
        <p:nvSpPr>
          <p:cNvPr id="3234" name="Text Box 255">
            <a:extLst>
              <a:ext uri="{FF2B5EF4-FFF2-40B4-BE49-F238E27FC236}">
                <a16:creationId xmlns:a16="http://schemas.microsoft.com/office/drawing/2014/main" id="{7A52F0A5-AA57-6AEB-F62A-A85F0E433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119" y="9320213"/>
            <a:ext cx="543912" cy="189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요건정의</a:t>
            </a:r>
          </a:p>
        </p:txBody>
      </p:sp>
      <p:sp>
        <p:nvSpPr>
          <p:cNvPr id="2357" name="Text Box 309">
            <a:extLst>
              <a:ext uri="{FF2B5EF4-FFF2-40B4-BE49-F238E27FC236}">
                <a16:creationId xmlns:a16="http://schemas.microsoft.com/office/drawing/2014/main" id="{2E75785B-04E3-708E-2A53-6ED792AC1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0925" y="9348788"/>
            <a:ext cx="845277" cy="189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lIns="91526" tIns="45764" rIns="91526" bIns="45764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기관연계 테스트</a:t>
            </a:r>
          </a:p>
        </p:txBody>
      </p:sp>
      <p:sp>
        <p:nvSpPr>
          <p:cNvPr id="2358" name="Text Box 310">
            <a:extLst>
              <a:ext uri="{FF2B5EF4-FFF2-40B4-BE49-F238E27FC236}">
                <a16:creationId xmlns:a16="http://schemas.microsoft.com/office/drawing/2014/main" id="{D415175A-5CB7-DB43-610E-8A032BDE6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1107" y="9339263"/>
            <a:ext cx="877337" cy="189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lIns="91526" tIns="45764" rIns="91526" bIns="45764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전문등록 및 검증</a:t>
            </a:r>
          </a:p>
        </p:txBody>
      </p:sp>
      <p:sp>
        <p:nvSpPr>
          <p:cNvPr id="2359" name="Text Box 311">
            <a:extLst>
              <a:ext uri="{FF2B5EF4-FFF2-40B4-BE49-F238E27FC236}">
                <a16:creationId xmlns:a16="http://schemas.microsoft.com/office/drawing/2014/main" id="{115C5132-4B25-B610-BC6C-81407011F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4769" y="9312275"/>
            <a:ext cx="543912" cy="286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lIns="91526" tIns="45764" rIns="91526" bIns="45764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SW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설치</a:t>
            </a:r>
          </a:p>
          <a:p>
            <a:pPr algn="ctr">
              <a:lnSpc>
                <a:spcPct val="90000"/>
              </a:lnSpc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전문설계</a:t>
            </a:r>
          </a:p>
        </p:txBody>
      </p:sp>
      <p:sp>
        <p:nvSpPr>
          <p:cNvPr id="2360" name="Text Box 312">
            <a:extLst>
              <a:ext uri="{FF2B5EF4-FFF2-40B4-BE49-F238E27FC236}">
                <a16:creationId xmlns:a16="http://schemas.microsoft.com/office/drawing/2014/main" id="{0E0736C6-68D2-EC27-68F8-F05F000B7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9185" y="9318625"/>
            <a:ext cx="633680" cy="286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lIns="91526" tIns="45764" rIns="91526" bIns="45764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통신어댑터</a:t>
            </a:r>
          </a:p>
          <a:p>
            <a:pPr algn="ctr">
              <a:lnSpc>
                <a:spcPct val="90000"/>
              </a:lnSpc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구현</a:t>
            </a:r>
          </a:p>
        </p:txBody>
      </p:sp>
      <p:sp>
        <p:nvSpPr>
          <p:cNvPr id="2361" name="Text Box 313">
            <a:extLst>
              <a:ext uri="{FF2B5EF4-FFF2-40B4-BE49-F238E27FC236}">
                <a16:creationId xmlns:a16="http://schemas.microsoft.com/office/drawing/2014/main" id="{2BBD9322-9135-A211-CAE2-E1D5314F3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0300" y="9348788"/>
            <a:ext cx="6286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lIns="91526" tIns="45764" rIns="91526" bIns="45764">
            <a:spAutoFit/>
          </a:bodyPr>
          <a:lstStyle/>
          <a:p>
            <a:pPr algn="ctr"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통합테스트</a:t>
            </a:r>
          </a:p>
        </p:txBody>
      </p:sp>
      <p:sp>
        <p:nvSpPr>
          <p:cNvPr id="2362" name="Text Box 314">
            <a:extLst>
              <a:ext uri="{FF2B5EF4-FFF2-40B4-BE49-F238E27FC236}">
                <a16:creationId xmlns:a16="http://schemas.microsoft.com/office/drawing/2014/main" id="{DABC20D6-2DBD-07A2-AC18-0FD207B5E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0880" y="9361488"/>
            <a:ext cx="813217" cy="189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lIns="91526" tIns="45764" rIns="91526" bIns="45764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심화연계테스트</a:t>
            </a:r>
          </a:p>
        </p:txBody>
      </p:sp>
      <p:sp>
        <p:nvSpPr>
          <p:cNvPr id="3241" name="Text Box 315">
            <a:extLst>
              <a:ext uri="{FF2B5EF4-FFF2-40B4-BE49-F238E27FC236}">
                <a16:creationId xmlns:a16="http://schemas.microsoft.com/office/drawing/2014/main" id="{63CB24A1-208A-60CC-65AA-88892E24E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7913" y="8631238"/>
            <a:ext cx="9271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운영자매뉴얼 작성</a:t>
            </a:r>
          </a:p>
        </p:txBody>
      </p:sp>
      <p:sp>
        <p:nvSpPr>
          <p:cNvPr id="3242" name="Text Box 316">
            <a:extLst>
              <a:ext uri="{FF2B5EF4-FFF2-40B4-BE49-F238E27FC236}">
                <a16:creationId xmlns:a16="http://schemas.microsoft.com/office/drawing/2014/main" id="{310FE20E-ED18-88A0-A7F5-F57B59033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2200" y="9372600"/>
            <a:ext cx="9271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운영자매뉴얼 작성</a:t>
            </a:r>
          </a:p>
        </p:txBody>
      </p:sp>
      <p:sp>
        <p:nvSpPr>
          <p:cNvPr id="3243" name="Text Box 317">
            <a:extLst>
              <a:ext uri="{FF2B5EF4-FFF2-40B4-BE49-F238E27FC236}">
                <a16:creationId xmlns:a16="http://schemas.microsoft.com/office/drawing/2014/main" id="{31A64425-0DEA-11A0-B9B3-E0D0BB45ED0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169101" y="5120425"/>
            <a:ext cx="753411" cy="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10800000" wrap="none" lIns="0" tIns="0" rIns="0" bIns="0" anchor="ctr">
            <a:spAutoFit/>
          </a:bodyPr>
          <a:lstStyle>
            <a:lvl1pPr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defTabSz="684213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defTabSz="684213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기본설계</a:t>
            </a:r>
            <a:r>
              <a:rPr lang="en-US" altLang="ko-KR" sz="700">
                <a:latin typeface="Malgun Gothic" panose="020B0503020000020004" pitchFamily="34" charset="-127"/>
                <a:ea typeface="Malgun Gothic" panose="020B0503020000020004" pitchFamily="34" charset="-127"/>
              </a:rPr>
              <a:t>/</a:t>
            </a:r>
            <a:r>
              <a:rPr lang="ko-KR" altLang="en-US" sz="700">
                <a:latin typeface="Malgun Gothic" panose="020B0503020000020004" pitchFamily="34" charset="-127"/>
                <a:ea typeface="Malgun Gothic" panose="020B0503020000020004" pitchFamily="34" charset="-127"/>
              </a:rPr>
              <a:t>상세설계</a:t>
            </a:r>
          </a:p>
        </p:txBody>
      </p:sp>
      <p:grpSp>
        <p:nvGrpSpPr>
          <p:cNvPr id="3244" name="Group 318">
            <a:extLst>
              <a:ext uri="{FF2B5EF4-FFF2-40B4-BE49-F238E27FC236}">
                <a16:creationId xmlns:a16="http://schemas.microsoft.com/office/drawing/2014/main" id="{0B984913-D296-B426-E10A-88C44F6A0FE1}"/>
              </a:ext>
            </a:extLst>
          </p:cNvPr>
          <p:cNvGrpSpPr>
            <a:grpSpLocks/>
          </p:cNvGrpSpPr>
          <p:nvPr/>
        </p:nvGrpSpPr>
        <p:grpSpPr bwMode="auto">
          <a:xfrm>
            <a:off x="1501775" y="3203575"/>
            <a:ext cx="13171488" cy="109538"/>
            <a:chOff x="946" y="2022"/>
            <a:chExt cx="8289" cy="68"/>
          </a:xfrm>
        </p:grpSpPr>
        <p:sp>
          <p:nvSpPr>
            <p:cNvPr id="2367" name="Line 188">
              <a:extLst>
                <a:ext uri="{FF2B5EF4-FFF2-40B4-BE49-F238E27FC236}">
                  <a16:creationId xmlns:a16="http://schemas.microsoft.com/office/drawing/2014/main" id="{B2B9CF83-7F72-C61A-74C4-6F1816723D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1" y="2052"/>
              <a:ext cx="8199" cy="8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13" name="Oval 320">
              <a:extLst>
                <a:ext uri="{FF2B5EF4-FFF2-40B4-BE49-F238E27FC236}">
                  <a16:creationId xmlns:a16="http://schemas.microsoft.com/office/drawing/2014/main" id="{DD492A02-F448-804C-E3B7-2D4A9A522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2022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14" name="Oval 321">
              <a:extLst>
                <a:ext uri="{FF2B5EF4-FFF2-40B4-BE49-F238E27FC236}">
                  <a16:creationId xmlns:a16="http://schemas.microsoft.com/office/drawing/2014/main" id="{B4567525-0994-4E63-A5C1-B527C9E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0" y="2022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15" name="Oval 322">
              <a:extLst>
                <a:ext uri="{FF2B5EF4-FFF2-40B4-BE49-F238E27FC236}">
                  <a16:creationId xmlns:a16="http://schemas.microsoft.com/office/drawing/2014/main" id="{DED957EB-4152-3301-7B0D-F8892DAE8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8" y="2022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16" name="Oval 323">
              <a:extLst>
                <a:ext uri="{FF2B5EF4-FFF2-40B4-BE49-F238E27FC236}">
                  <a16:creationId xmlns:a16="http://schemas.microsoft.com/office/drawing/2014/main" id="{ECD72F04-18EB-9EB4-254D-160583618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6" y="2022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17" name="Oval 324">
              <a:extLst>
                <a:ext uri="{FF2B5EF4-FFF2-40B4-BE49-F238E27FC236}">
                  <a16:creationId xmlns:a16="http://schemas.microsoft.com/office/drawing/2014/main" id="{97CE5AE8-6F44-3C1D-7BC6-74D740061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6" y="2022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18" name="Oval 325">
              <a:extLst>
                <a:ext uri="{FF2B5EF4-FFF2-40B4-BE49-F238E27FC236}">
                  <a16:creationId xmlns:a16="http://schemas.microsoft.com/office/drawing/2014/main" id="{ED6A7DF8-E2B7-5CBA-5D8E-C0F4E4BC1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7" y="2022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45" name="Group 326">
            <a:extLst>
              <a:ext uri="{FF2B5EF4-FFF2-40B4-BE49-F238E27FC236}">
                <a16:creationId xmlns:a16="http://schemas.microsoft.com/office/drawing/2014/main" id="{FBC4FA9B-ACF0-2584-103D-E25D8DC6C018}"/>
              </a:ext>
            </a:extLst>
          </p:cNvPr>
          <p:cNvGrpSpPr>
            <a:grpSpLocks/>
          </p:cNvGrpSpPr>
          <p:nvPr/>
        </p:nvGrpSpPr>
        <p:grpSpPr bwMode="auto">
          <a:xfrm>
            <a:off x="3895725" y="5203825"/>
            <a:ext cx="10777538" cy="107950"/>
            <a:chOff x="2453" y="3274"/>
            <a:chExt cx="6782" cy="68"/>
          </a:xfrm>
        </p:grpSpPr>
        <p:sp>
          <p:nvSpPr>
            <p:cNvPr id="2375" name="Line 317">
              <a:extLst>
                <a:ext uri="{FF2B5EF4-FFF2-40B4-BE49-F238E27FC236}">
                  <a16:creationId xmlns:a16="http://schemas.microsoft.com/office/drawing/2014/main" id="{21AEBAA7-D238-0D82-9149-FA31B63666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7" y="3305"/>
              <a:ext cx="6704" cy="6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06" name="Oval 328">
              <a:extLst>
                <a:ext uri="{FF2B5EF4-FFF2-40B4-BE49-F238E27FC236}">
                  <a16:creationId xmlns:a16="http://schemas.microsoft.com/office/drawing/2014/main" id="{E2495A5D-BBA9-F9EA-0777-E7609DAD3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7" y="327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07" name="Oval 329">
              <a:extLst>
                <a:ext uri="{FF2B5EF4-FFF2-40B4-BE49-F238E27FC236}">
                  <a16:creationId xmlns:a16="http://schemas.microsoft.com/office/drawing/2014/main" id="{E56CB730-DC34-5E36-E418-09974A1AE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" y="327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08" name="Oval 330">
              <a:extLst>
                <a:ext uri="{FF2B5EF4-FFF2-40B4-BE49-F238E27FC236}">
                  <a16:creationId xmlns:a16="http://schemas.microsoft.com/office/drawing/2014/main" id="{880EA92A-1BE4-DD16-927F-AAD4189C0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7" y="327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09" name="Oval 331">
              <a:extLst>
                <a:ext uri="{FF2B5EF4-FFF2-40B4-BE49-F238E27FC236}">
                  <a16:creationId xmlns:a16="http://schemas.microsoft.com/office/drawing/2014/main" id="{720CD71D-A13A-E267-FE81-97AEFAD89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327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10" name="Oval 332">
              <a:extLst>
                <a:ext uri="{FF2B5EF4-FFF2-40B4-BE49-F238E27FC236}">
                  <a16:creationId xmlns:a16="http://schemas.microsoft.com/office/drawing/2014/main" id="{B1EF7AE0-B8E0-7AA2-1D48-F73A4B947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1" y="327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11" name="Oval 333">
              <a:extLst>
                <a:ext uri="{FF2B5EF4-FFF2-40B4-BE49-F238E27FC236}">
                  <a16:creationId xmlns:a16="http://schemas.microsoft.com/office/drawing/2014/main" id="{BB940018-27B7-1E84-A001-44F17F1F6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327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46" name="Group 334">
            <a:extLst>
              <a:ext uri="{FF2B5EF4-FFF2-40B4-BE49-F238E27FC236}">
                <a16:creationId xmlns:a16="http://schemas.microsoft.com/office/drawing/2014/main" id="{BE571181-1B7E-6EE0-1089-F07DFD1C329F}"/>
              </a:ext>
            </a:extLst>
          </p:cNvPr>
          <p:cNvGrpSpPr>
            <a:grpSpLocks/>
          </p:cNvGrpSpPr>
          <p:nvPr/>
        </p:nvGrpSpPr>
        <p:grpSpPr bwMode="auto">
          <a:xfrm>
            <a:off x="9802813" y="5791200"/>
            <a:ext cx="4862512" cy="107950"/>
            <a:chOff x="6170" y="3656"/>
            <a:chExt cx="3060" cy="68"/>
          </a:xfrm>
        </p:grpSpPr>
        <p:sp>
          <p:nvSpPr>
            <p:cNvPr id="2383" name="Line 329">
              <a:extLst>
                <a:ext uri="{FF2B5EF4-FFF2-40B4-BE49-F238E27FC236}">
                  <a16:creationId xmlns:a16="http://schemas.microsoft.com/office/drawing/2014/main" id="{A22E3C1B-8A2E-9DAB-B6C2-2E2714F9D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19" y="3690"/>
              <a:ext cx="2971" cy="0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01" name="Oval 336">
              <a:extLst>
                <a:ext uri="{FF2B5EF4-FFF2-40B4-BE49-F238E27FC236}">
                  <a16:creationId xmlns:a16="http://schemas.microsoft.com/office/drawing/2014/main" id="{CAFA4642-D01A-9940-FE69-B825A52F6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" y="3656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02" name="Oval 337">
              <a:extLst>
                <a:ext uri="{FF2B5EF4-FFF2-40B4-BE49-F238E27FC236}">
                  <a16:creationId xmlns:a16="http://schemas.microsoft.com/office/drawing/2014/main" id="{3C667CE5-2FD9-C180-D46F-709137CAA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2" y="3656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03" name="Oval 338">
              <a:extLst>
                <a:ext uri="{FF2B5EF4-FFF2-40B4-BE49-F238E27FC236}">
                  <a16:creationId xmlns:a16="http://schemas.microsoft.com/office/drawing/2014/main" id="{132AABC7-0858-BA11-13FB-3A5E829E0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10" y="3656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304" name="Oval 339">
              <a:extLst>
                <a:ext uri="{FF2B5EF4-FFF2-40B4-BE49-F238E27FC236}">
                  <a16:creationId xmlns:a16="http://schemas.microsoft.com/office/drawing/2014/main" id="{1CD6AE05-B110-C01A-3AFE-CE63A3AAC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2" y="3656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47" name="Group 340">
            <a:extLst>
              <a:ext uri="{FF2B5EF4-FFF2-40B4-BE49-F238E27FC236}">
                <a16:creationId xmlns:a16="http://schemas.microsoft.com/office/drawing/2014/main" id="{CE6C0689-E84F-B613-8C86-704997E3DAE1}"/>
              </a:ext>
            </a:extLst>
          </p:cNvPr>
          <p:cNvGrpSpPr>
            <a:grpSpLocks/>
          </p:cNvGrpSpPr>
          <p:nvPr/>
        </p:nvGrpSpPr>
        <p:grpSpPr bwMode="auto">
          <a:xfrm>
            <a:off x="1501775" y="6261100"/>
            <a:ext cx="11966575" cy="107950"/>
            <a:chOff x="946" y="3951"/>
            <a:chExt cx="7531" cy="68"/>
          </a:xfrm>
        </p:grpSpPr>
        <p:sp>
          <p:nvSpPr>
            <p:cNvPr id="2389" name="Line 188">
              <a:extLst>
                <a:ext uri="{FF2B5EF4-FFF2-40B4-BE49-F238E27FC236}">
                  <a16:creationId xmlns:a16="http://schemas.microsoft.com/office/drawing/2014/main" id="{D8BAE1AE-869B-4534-C8C0-E87E08871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8" y="3985"/>
              <a:ext cx="7506" cy="0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94" name="Oval 342">
              <a:extLst>
                <a:ext uri="{FF2B5EF4-FFF2-40B4-BE49-F238E27FC236}">
                  <a16:creationId xmlns:a16="http://schemas.microsoft.com/office/drawing/2014/main" id="{194056A1-06FC-F6EC-42E0-EF1296DE5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3951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95" name="Oval 343">
              <a:extLst>
                <a:ext uri="{FF2B5EF4-FFF2-40B4-BE49-F238E27FC236}">
                  <a16:creationId xmlns:a16="http://schemas.microsoft.com/office/drawing/2014/main" id="{DB496800-665A-61D2-B97B-D822EF768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3951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96" name="Oval 344">
              <a:extLst>
                <a:ext uri="{FF2B5EF4-FFF2-40B4-BE49-F238E27FC236}">
                  <a16:creationId xmlns:a16="http://schemas.microsoft.com/office/drawing/2014/main" id="{EEB8B776-C534-18CE-1D64-06ED29666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6" y="3951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97" name="Oval 345">
              <a:extLst>
                <a:ext uri="{FF2B5EF4-FFF2-40B4-BE49-F238E27FC236}">
                  <a16:creationId xmlns:a16="http://schemas.microsoft.com/office/drawing/2014/main" id="{6C1A69AD-D4F0-2C69-E76D-1E6E54FA1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7" y="3951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98" name="Oval 346">
              <a:extLst>
                <a:ext uri="{FF2B5EF4-FFF2-40B4-BE49-F238E27FC236}">
                  <a16:creationId xmlns:a16="http://schemas.microsoft.com/office/drawing/2014/main" id="{BB58159A-B158-1BC3-A5DB-7ADA3E3DD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3" y="3951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99" name="Oval 347">
              <a:extLst>
                <a:ext uri="{FF2B5EF4-FFF2-40B4-BE49-F238E27FC236}">
                  <a16:creationId xmlns:a16="http://schemas.microsoft.com/office/drawing/2014/main" id="{816809FA-6DC7-E4ED-0D5A-E05C5D528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9" y="3951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48" name="Group 348">
            <a:extLst>
              <a:ext uri="{FF2B5EF4-FFF2-40B4-BE49-F238E27FC236}">
                <a16:creationId xmlns:a16="http://schemas.microsoft.com/office/drawing/2014/main" id="{75D1A95D-08ED-A3E7-DE68-1324240C4899}"/>
              </a:ext>
            </a:extLst>
          </p:cNvPr>
          <p:cNvGrpSpPr>
            <a:grpSpLocks/>
          </p:cNvGrpSpPr>
          <p:nvPr/>
        </p:nvGrpSpPr>
        <p:grpSpPr bwMode="auto">
          <a:xfrm>
            <a:off x="1501775" y="6989763"/>
            <a:ext cx="13173075" cy="107950"/>
            <a:chOff x="946" y="4404"/>
            <a:chExt cx="8290" cy="68"/>
          </a:xfrm>
        </p:grpSpPr>
        <p:sp>
          <p:nvSpPr>
            <p:cNvPr id="2397" name="Line 188">
              <a:extLst>
                <a:ext uri="{FF2B5EF4-FFF2-40B4-BE49-F238E27FC236}">
                  <a16:creationId xmlns:a16="http://schemas.microsoft.com/office/drawing/2014/main" id="{24780608-64D7-DA13-603D-4B3E742715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2" y="4432"/>
              <a:ext cx="8218" cy="3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87" name="Oval 350">
              <a:extLst>
                <a:ext uri="{FF2B5EF4-FFF2-40B4-BE49-F238E27FC236}">
                  <a16:creationId xmlns:a16="http://schemas.microsoft.com/office/drawing/2014/main" id="{CC4103B3-47EA-373E-CAE8-F77CF1FDE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440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88" name="Oval 351">
              <a:extLst>
                <a:ext uri="{FF2B5EF4-FFF2-40B4-BE49-F238E27FC236}">
                  <a16:creationId xmlns:a16="http://schemas.microsoft.com/office/drawing/2014/main" id="{FE45903B-F617-9028-4985-7FA83F312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440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89" name="Oval 352">
              <a:extLst>
                <a:ext uri="{FF2B5EF4-FFF2-40B4-BE49-F238E27FC236}">
                  <a16:creationId xmlns:a16="http://schemas.microsoft.com/office/drawing/2014/main" id="{CF5CE6D3-0349-B427-0493-48E935C0C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6" y="440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90" name="Oval 353">
              <a:extLst>
                <a:ext uri="{FF2B5EF4-FFF2-40B4-BE49-F238E27FC236}">
                  <a16:creationId xmlns:a16="http://schemas.microsoft.com/office/drawing/2014/main" id="{1BFF81C7-279C-C4B5-2F72-A1F678A00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" y="440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91" name="Oval 354">
              <a:extLst>
                <a:ext uri="{FF2B5EF4-FFF2-40B4-BE49-F238E27FC236}">
                  <a16:creationId xmlns:a16="http://schemas.microsoft.com/office/drawing/2014/main" id="{7373B07C-70FA-FDBA-0265-FC192CCEB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8" y="440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92" name="Oval 355">
              <a:extLst>
                <a:ext uri="{FF2B5EF4-FFF2-40B4-BE49-F238E27FC236}">
                  <a16:creationId xmlns:a16="http://schemas.microsoft.com/office/drawing/2014/main" id="{E13A39FB-5102-E8A3-0FCD-A604A18B8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8" y="4404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49" name="Group 356">
            <a:extLst>
              <a:ext uri="{FF2B5EF4-FFF2-40B4-BE49-F238E27FC236}">
                <a16:creationId xmlns:a16="http://schemas.microsoft.com/office/drawing/2014/main" id="{567EAE62-0A74-BBDB-D66C-C3D29D1DB8A3}"/>
              </a:ext>
            </a:extLst>
          </p:cNvPr>
          <p:cNvGrpSpPr>
            <a:grpSpLocks/>
          </p:cNvGrpSpPr>
          <p:nvPr/>
        </p:nvGrpSpPr>
        <p:grpSpPr bwMode="auto">
          <a:xfrm>
            <a:off x="6259513" y="7546975"/>
            <a:ext cx="2446337" cy="107950"/>
            <a:chOff x="3940" y="4749"/>
            <a:chExt cx="1540" cy="68"/>
          </a:xfrm>
        </p:grpSpPr>
        <p:sp>
          <p:nvSpPr>
            <p:cNvPr id="2405" name="Line 188">
              <a:extLst>
                <a:ext uri="{FF2B5EF4-FFF2-40B4-BE49-F238E27FC236}">
                  <a16:creationId xmlns:a16="http://schemas.microsoft.com/office/drawing/2014/main" id="{4B88EC1C-48F3-790C-DA91-6B21A8374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4" y="4782"/>
              <a:ext cx="1474" cy="1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83" name="Oval 358">
              <a:extLst>
                <a:ext uri="{FF2B5EF4-FFF2-40B4-BE49-F238E27FC236}">
                  <a16:creationId xmlns:a16="http://schemas.microsoft.com/office/drawing/2014/main" id="{CC31B03B-4895-399E-DDE3-E1C137A9B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" y="474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84" name="Oval 359">
              <a:extLst>
                <a:ext uri="{FF2B5EF4-FFF2-40B4-BE49-F238E27FC236}">
                  <a16:creationId xmlns:a16="http://schemas.microsoft.com/office/drawing/2014/main" id="{3F163A71-A341-D3DC-67A2-8231F42F1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474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85" name="Oval 360">
              <a:extLst>
                <a:ext uri="{FF2B5EF4-FFF2-40B4-BE49-F238E27FC236}">
                  <a16:creationId xmlns:a16="http://schemas.microsoft.com/office/drawing/2014/main" id="{13DF53A8-4C6E-8C48-7C54-23246A5D3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2" y="474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50" name="Group 361">
            <a:extLst>
              <a:ext uri="{FF2B5EF4-FFF2-40B4-BE49-F238E27FC236}">
                <a16:creationId xmlns:a16="http://schemas.microsoft.com/office/drawing/2014/main" id="{F33BD709-6827-76C7-A689-CA313D4A264C}"/>
              </a:ext>
            </a:extLst>
          </p:cNvPr>
          <p:cNvGrpSpPr>
            <a:grpSpLocks/>
          </p:cNvGrpSpPr>
          <p:nvPr/>
        </p:nvGrpSpPr>
        <p:grpSpPr bwMode="auto">
          <a:xfrm>
            <a:off x="5080000" y="8020050"/>
            <a:ext cx="4832350" cy="107950"/>
            <a:chOff x="3198" y="5049"/>
            <a:chExt cx="3041" cy="68"/>
          </a:xfrm>
        </p:grpSpPr>
        <p:sp>
          <p:nvSpPr>
            <p:cNvPr id="2410" name="Line 362">
              <a:extLst>
                <a:ext uri="{FF2B5EF4-FFF2-40B4-BE49-F238E27FC236}">
                  <a16:creationId xmlns:a16="http://schemas.microsoft.com/office/drawing/2014/main" id="{6A66F901-5363-4F86-51C5-122EE21994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" y="5083"/>
              <a:ext cx="2971" cy="0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78" name="Oval 363">
              <a:extLst>
                <a:ext uri="{FF2B5EF4-FFF2-40B4-BE49-F238E27FC236}">
                  <a16:creationId xmlns:a16="http://schemas.microsoft.com/office/drawing/2014/main" id="{212AC20C-3F80-9C13-D3AF-949AC00D7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1" y="504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79" name="Oval 364">
              <a:extLst>
                <a:ext uri="{FF2B5EF4-FFF2-40B4-BE49-F238E27FC236}">
                  <a16:creationId xmlns:a16="http://schemas.microsoft.com/office/drawing/2014/main" id="{1170226C-525E-519B-7327-6C1CBA0AF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9" y="504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80" name="Oval 365">
              <a:extLst>
                <a:ext uri="{FF2B5EF4-FFF2-40B4-BE49-F238E27FC236}">
                  <a16:creationId xmlns:a16="http://schemas.microsoft.com/office/drawing/2014/main" id="{22D0383B-5443-5C63-CF52-FC00880C4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9" y="504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81" name="Oval 366">
              <a:extLst>
                <a:ext uri="{FF2B5EF4-FFF2-40B4-BE49-F238E27FC236}">
                  <a16:creationId xmlns:a16="http://schemas.microsoft.com/office/drawing/2014/main" id="{3B62809C-DCB6-F545-5302-336C51DE3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504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51" name="Group 367">
            <a:extLst>
              <a:ext uri="{FF2B5EF4-FFF2-40B4-BE49-F238E27FC236}">
                <a16:creationId xmlns:a16="http://schemas.microsoft.com/office/drawing/2014/main" id="{AA1D1E6D-E07D-6B7C-73A1-0F7D4FC89AC1}"/>
              </a:ext>
            </a:extLst>
          </p:cNvPr>
          <p:cNvGrpSpPr>
            <a:grpSpLocks/>
          </p:cNvGrpSpPr>
          <p:nvPr/>
        </p:nvGrpSpPr>
        <p:grpSpPr bwMode="auto">
          <a:xfrm>
            <a:off x="1503363" y="8389938"/>
            <a:ext cx="13171487" cy="107950"/>
            <a:chOff x="947" y="5289"/>
            <a:chExt cx="8289" cy="68"/>
          </a:xfrm>
        </p:grpSpPr>
        <p:sp>
          <p:nvSpPr>
            <p:cNvPr id="2416" name="Line 188">
              <a:extLst>
                <a:ext uri="{FF2B5EF4-FFF2-40B4-BE49-F238E27FC236}">
                  <a16:creationId xmlns:a16="http://schemas.microsoft.com/office/drawing/2014/main" id="{FBBE7C72-5929-954B-F3C1-256645D36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1" y="5318"/>
              <a:ext cx="8239" cy="3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72" name="Oval 369">
              <a:extLst>
                <a:ext uri="{FF2B5EF4-FFF2-40B4-BE49-F238E27FC236}">
                  <a16:creationId xmlns:a16="http://schemas.microsoft.com/office/drawing/2014/main" id="{44734C8A-C522-8C54-9C95-E00BE37B9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4" y="528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73" name="Oval 370">
              <a:extLst>
                <a:ext uri="{FF2B5EF4-FFF2-40B4-BE49-F238E27FC236}">
                  <a16:creationId xmlns:a16="http://schemas.microsoft.com/office/drawing/2014/main" id="{1D50744F-3D39-8F57-39C9-FCD88B8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8" y="528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74" name="Oval 371">
              <a:extLst>
                <a:ext uri="{FF2B5EF4-FFF2-40B4-BE49-F238E27FC236}">
                  <a16:creationId xmlns:a16="http://schemas.microsoft.com/office/drawing/2014/main" id="{EA97FCBF-E971-745B-DBDD-17804EBF1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1" y="528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75" name="Oval 372">
              <a:extLst>
                <a:ext uri="{FF2B5EF4-FFF2-40B4-BE49-F238E27FC236}">
                  <a16:creationId xmlns:a16="http://schemas.microsoft.com/office/drawing/2014/main" id="{C3B0E7AE-C120-9B0C-8DDA-5E054C03B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528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76" name="Oval 373">
              <a:extLst>
                <a:ext uri="{FF2B5EF4-FFF2-40B4-BE49-F238E27FC236}">
                  <a16:creationId xmlns:a16="http://schemas.microsoft.com/office/drawing/2014/main" id="{366C8614-7391-5D60-4533-F3896940B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" y="5289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52" name="Group 374">
            <a:extLst>
              <a:ext uri="{FF2B5EF4-FFF2-40B4-BE49-F238E27FC236}">
                <a16:creationId xmlns:a16="http://schemas.microsoft.com/office/drawing/2014/main" id="{11906B04-68E7-3A9F-341A-922968F9FEA9}"/>
              </a:ext>
            </a:extLst>
          </p:cNvPr>
          <p:cNvGrpSpPr>
            <a:grpSpLocks/>
          </p:cNvGrpSpPr>
          <p:nvPr/>
        </p:nvGrpSpPr>
        <p:grpSpPr bwMode="auto">
          <a:xfrm>
            <a:off x="2608263" y="9132888"/>
            <a:ext cx="12069762" cy="109537"/>
            <a:chOff x="1642" y="5765"/>
            <a:chExt cx="7596" cy="68"/>
          </a:xfrm>
        </p:grpSpPr>
        <p:sp>
          <p:nvSpPr>
            <p:cNvPr id="2423" name="Line 188">
              <a:extLst>
                <a:ext uri="{FF2B5EF4-FFF2-40B4-BE49-F238E27FC236}">
                  <a16:creationId xmlns:a16="http://schemas.microsoft.com/office/drawing/2014/main" id="{17A3C543-59CD-CF4B-832B-D16EDE4A40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3" y="5799"/>
              <a:ext cx="7507" cy="0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66" name="Oval 376">
              <a:extLst>
                <a:ext uri="{FF2B5EF4-FFF2-40B4-BE49-F238E27FC236}">
                  <a16:creationId xmlns:a16="http://schemas.microsoft.com/office/drawing/2014/main" id="{64D93C83-8BB8-1F47-BF94-E057E60A8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2" y="5765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67" name="Oval 377">
              <a:extLst>
                <a:ext uri="{FF2B5EF4-FFF2-40B4-BE49-F238E27FC236}">
                  <a16:creationId xmlns:a16="http://schemas.microsoft.com/office/drawing/2014/main" id="{5F93B6AA-2C85-C41F-1AB9-6E60C7C04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4" y="5765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68" name="Oval 378">
              <a:extLst>
                <a:ext uri="{FF2B5EF4-FFF2-40B4-BE49-F238E27FC236}">
                  <a16:creationId xmlns:a16="http://schemas.microsoft.com/office/drawing/2014/main" id="{5FDA7A5E-8DAC-5FB6-4185-CF4518979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2" y="5765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69" name="Oval 379">
              <a:extLst>
                <a:ext uri="{FF2B5EF4-FFF2-40B4-BE49-F238E27FC236}">
                  <a16:creationId xmlns:a16="http://schemas.microsoft.com/office/drawing/2014/main" id="{7125886D-5A9E-C321-DC16-B8F41C8CA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5" y="5765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70" name="Oval 380">
              <a:extLst>
                <a:ext uri="{FF2B5EF4-FFF2-40B4-BE49-F238E27FC236}">
                  <a16:creationId xmlns:a16="http://schemas.microsoft.com/office/drawing/2014/main" id="{CD23C33C-DA19-B12E-D9F2-FB5B51376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" y="5765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53" name="Group 381">
            <a:extLst>
              <a:ext uri="{FF2B5EF4-FFF2-40B4-BE49-F238E27FC236}">
                <a16:creationId xmlns:a16="http://schemas.microsoft.com/office/drawing/2014/main" id="{D3B37C2C-F4D4-3A79-A809-07AB240F583F}"/>
              </a:ext>
            </a:extLst>
          </p:cNvPr>
          <p:cNvGrpSpPr>
            <a:grpSpLocks/>
          </p:cNvGrpSpPr>
          <p:nvPr/>
        </p:nvGrpSpPr>
        <p:grpSpPr bwMode="auto">
          <a:xfrm>
            <a:off x="1501775" y="9699625"/>
            <a:ext cx="1343025" cy="107950"/>
            <a:chOff x="946" y="6108"/>
            <a:chExt cx="845" cy="68"/>
          </a:xfrm>
        </p:grpSpPr>
        <p:sp>
          <p:nvSpPr>
            <p:cNvPr id="2430" name="Line 188">
              <a:extLst>
                <a:ext uri="{FF2B5EF4-FFF2-40B4-BE49-F238E27FC236}">
                  <a16:creationId xmlns:a16="http://schemas.microsoft.com/office/drawing/2014/main" id="{EDA89D76-BE55-001B-6273-C454EB3863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4" y="6142"/>
              <a:ext cx="776" cy="1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63" name="Oval 383">
              <a:extLst>
                <a:ext uri="{FF2B5EF4-FFF2-40B4-BE49-F238E27FC236}">
                  <a16:creationId xmlns:a16="http://schemas.microsoft.com/office/drawing/2014/main" id="{A42F7F1D-2187-13E7-EA4E-91D4BACC4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6108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64" name="Oval 384">
              <a:extLst>
                <a:ext uri="{FF2B5EF4-FFF2-40B4-BE49-F238E27FC236}">
                  <a16:creationId xmlns:a16="http://schemas.microsoft.com/office/drawing/2014/main" id="{49C415C9-562B-66BC-A909-3DB214557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3" y="6108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grpSp>
        <p:nvGrpSpPr>
          <p:cNvPr id="3254" name="Group 385">
            <a:extLst>
              <a:ext uri="{FF2B5EF4-FFF2-40B4-BE49-F238E27FC236}">
                <a16:creationId xmlns:a16="http://schemas.microsoft.com/office/drawing/2014/main" id="{FF3A19B2-8EFC-2DF8-5362-1949B1886CDE}"/>
              </a:ext>
            </a:extLst>
          </p:cNvPr>
          <p:cNvGrpSpPr>
            <a:grpSpLocks/>
          </p:cNvGrpSpPr>
          <p:nvPr/>
        </p:nvGrpSpPr>
        <p:grpSpPr bwMode="auto">
          <a:xfrm>
            <a:off x="3284538" y="9699625"/>
            <a:ext cx="1366837" cy="107950"/>
            <a:chOff x="2068" y="6108"/>
            <a:chExt cx="860" cy="68"/>
          </a:xfrm>
        </p:grpSpPr>
        <p:sp>
          <p:nvSpPr>
            <p:cNvPr id="2434" name="Line 188">
              <a:extLst>
                <a:ext uri="{FF2B5EF4-FFF2-40B4-BE49-F238E27FC236}">
                  <a16:creationId xmlns:a16="http://schemas.microsoft.com/office/drawing/2014/main" id="{D7BBC551-E302-827C-188D-B86126410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87" y="6142"/>
              <a:ext cx="776" cy="1"/>
            </a:xfrm>
            <a:prstGeom prst="line">
              <a:avLst/>
            </a:prstGeom>
            <a:noFill/>
            <a:ln w="25400">
              <a:solidFill>
                <a:srgbClr val="4A7EBB"/>
              </a:solidFill>
              <a:round/>
              <a:headEnd/>
              <a:tailEnd/>
            </a:ln>
            <a:effectLst>
              <a:outerShdw dist="35921" dir="2700000" algn="ctr" rotWithShape="0">
                <a:srgbClr val="EFF1F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60" name="Oval 387">
              <a:extLst>
                <a:ext uri="{FF2B5EF4-FFF2-40B4-BE49-F238E27FC236}">
                  <a16:creationId xmlns:a16="http://schemas.microsoft.com/office/drawing/2014/main" id="{2D4AB9E9-CD08-4902-81E7-019CF0188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8" y="6108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3261" name="Oval 388">
              <a:extLst>
                <a:ext uri="{FF2B5EF4-FFF2-40B4-BE49-F238E27FC236}">
                  <a16:creationId xmlns:a16="http://schemas.microsoft.com/office/drawing/2014/main" id="{7C713396-3F66-3F06-5EFE-0CB1F9810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" y="6108"/>
              <a:ext cx="68" cy="68"/>
            </a:xfrm>
            <a:prstGeom prst="ellipse">
              <a:avLst/>
            </a:prstGeom>
            <a:solidFill>
              <a:schemeClr val="bg1"/>
            </a:solidFill>
            <a:ln w="19050" algn="ctr">
              <a:solidFill>
                <a:srgbClr val="4A7EBB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eaLnBrk="1" hangingPunct="1"/>
              <a:endParaRPr lang="ko-KR" altLang="en-US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3255" name="Line 169">
            <a:extLst>
              <a:ext uri="{FF2B5EF4-FFF2-40B4-BE49-F238E27FC236}">
                <a16:creationId xmlns:a16="http://schemas.microsoft.com/office/drawing/2014/main" id="{CA576844-0A24-3A5E-8FBE-F9125B03E15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13" y="3686175"/>
            <a:ext cx="14416087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56" name="Text Box 28">
            <a:extLst>
              <a:ext uri="{FF2B5EF4-FFF2-40B4-BE49-F238E27FC236}">
                <a16:creationId xmlns:a16="http://schemas.microsoft.com/office/drawing/2014/main" id="{82313F78-172A-0560-EF1F-31B217352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362" y="3217863"/>
            <a:ext cx="484602" cy="26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Core</a:t>
            </a:r>
            <a:endParaRPr lang="ko-KR" altLang="en-US" sz="11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57" name="Text Box 28">
            <a:extLst>
              <a:ext uri="{FF2B5EF4-FFF2-40B4-BE49-F238E27FC236}">
                <a16:creationId xmlns:a16="http://schemas.microsoft.com/office/drawing/2014/main" id="{40EC8E51-F3B7-584E-41A5-84B0F42E1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874" y="4333875"/>
            <a:ext cx="484602" cy="262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526" tIns="45764" rIns="91526" bIns="45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1100">
                <a:latin typeface="Malgun Gothic" panose="020B0503020000020004" pitchFamily="34" charset="-127"/>
                <a:ea typeface="Malgun Gothic" panose="020B0503020000020004" pitchFamily="34" charset="-127"/>
              </a:rPr>
              <a:t>Core</a:t>
            </a:r>
            <a:endParaRPr lang="ko-KR" altLang="en-US" sz="110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258" name="Line 169">
            <a:extLst>
              <a:ext uri="{FF2B5EF4-FFF2-40B4-BE49-F238E27FC236}">
                <a16:creationId xmlns:a16="http://schemas.microsoft.com/office/drawing/2014/main" id="{CC3FEA23-4200-D6E9-478E-4C132DF54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13" y="4946650"/>
            <a:ext cx="14416087" cy="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ore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기본 디자인">
  <a:themeElements>
    <a:clrScheme name="3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298</Words>
  <Application>Microsoft Macintosh PowerPoint</Application>
  <PresentationFormat>사용자 지정</PresentationFormat>
  <Paragraphs>186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굴림</vt:lpstr>
      <vt:lpstr>Arial</vt:lpstr>
      <vt:lpstr>맑은 고딕</vt:lpstr>
      <vt:lpstr>Symbol</vt:lpstr>
      <vt:lpstr>3_기본 디자인</vt:lpstr>
      <vt:lpstr>PowerPoint 프레젠테이션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joo</dc:creator>
  <cp:lastModifiedBy>aiin Hojin.chae</cp:lastModifiedBy>
  <cp:revision>19</cp:revision>
  <dcterms:created xsi:type="dcterms:W3CDTF">2012-08-20T07:30:28Z</dcterms:created>
  <dcterms:modified xsi:type="dcterms:W3CDTF">2023-03-11T12:25:19Z</dcterms:modified>
</cp:coreProperties>
</file>