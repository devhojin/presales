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8" r:id="rId4"/>
    <p:sldId id="267" r:id="rId5"/>
    <p:sldId id="270" r:id="rId6"/>
    <p:sldId id="271" r:id="rId7"/>
    <p:sldId id="273" r:id="rId8"/>
    <p:sldId id="274" r:id="rId9"/>
    <p:sldId id="275" r:id="rId10"/>
    <p:sldId id="272" r:id="rId11"/>
    <p:sldId id="258" r:id="rId1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B1BB"/>
    <a:srgbClr val="098B95"/>
    <a:srgbClr val="3F97F7"/>
    <a:srgbClr val="4BB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2" autoAdjust="0"/>
    <p:restoredTop sz="94660"/>
  </p:normalViewPr>
  <p:slideViewPr>
    <p:cSldViewPr>
      <p:cViewPr varScale="1">
        <p:scale>
          <a:sx n="144" d="100"/>
          <a:sy n="144" d="100"/>
        </p:scale>
        <p:origin x="2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공백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51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페이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"/>
          <p:cNvCxnSpPr/>
          <p:nvPr userDrawn="1"/>
        </p:nvCxnSpPr>
        <p:spPr>
          <a:xfrm>
            <a:off x="381794" y="264908"/>
            <a:ext cx="0" cy="268288"/>
          </a:xfrm>
          <a:prstGeom prst="line">
            <a:avLst/>
          </a:prstGeom>
          <a:ln w="635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374468" y="620688"/>
            <a:ext cx="9043027" cy="0"/>
          </a:xfrm>
          <a:prstGeom prst="line">
            <a:avLst/>
          </a:prstGeom>
          <a:ln w="6350" cap="sq">
            <a:solidFill>
              <a:srgbClr val="404040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8A7AE213-3F32-9081-DA54-A619DE4EE2DA}"/>
              </a:ext>
            </a:extLst>
          </p:cNvPr>
          <p:cNvSpPr>
            <a:spLocks/>
          </p:cNvSpPr>
          <p:nvPr userDrawn="1"/>
        </p:nvSpPr>
        <p:spPr bwMode="auto">
          <a:xfrm>
            <a:off x="9199308" y="6555300"/>
            <a:ext cx="437109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820738" latinLnBrk="0">
              <a:lnSpc>
                <a:spcPts val="1200"/>
              </a:lnSpc>
              <a:defRPr/>
            </a:pPr>
            <a:fld id="{5D5197FF-DAEA-4089-9D5A-99B227275CFD}" type="slidenum">
              <a:rPr lang="en-US" altLang="ko-KR" sz="700" b="1">
                <a:solidFill>
                  <a:srgbClr val="858591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pPr algn="ctr" defTabSz="820738" latinLnBrk="0">
                <a:lnSpc>
                  <a:spcPts val="1200"/>
                </a:lnSpc>
                <a:defRPr/>
              </a:pPr>
              <a:t>‹#›</a:t>
            </a:fld>
            <a:endParaRPr lang="en-US" altLang="ko-KR" sz="700" b="1" dirty="0">
              <a:solidFill>
                <a:srgbClr val="858591"/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96C0093-ED5F-E871-61D5-2754266DFF7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97216" y="6566413"/>
            <a:ext cx="2394438" cy="169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eaLnBrk="0" hangingPunct="0">
              <a:spcBef>
                <a:spcPct val="50000"/>
              </a:spcBef>
              <a:defRPr/>
            </a:pPr>
            <a:r>
              <a:rPr lang="en-US" altLang="ko-KR" sz="700" dirty="0">
                <a:solidFill>
                  <a:srgbClr val="858591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All rights reserved. Copyright 0000 Inc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1C7EC-DF39-3A6E-8E9E-2B41003AAE88}"/>
              </a:ext>
            </a:extLst>
          </p:cNvPr>
          <p:cNvSpPr txBox="1"/>
          <p:nvPr userDrawn="1"/>
        </p:nvSpPr>
        <p:spPr>
          <a:xfrm>
            <a:off x="374468" y="6406846"/>
            <a:ext cx="1079142" cy="340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96"/>
            <a:r>
              <a:rPr lang="ko-KR" altLang="en-US" sz="800" b="1" dirty="0">
                <a:latin typeface="+mj-ea"/>
                <a:ea typeface="+mj-ea"/>
                <a:cs typeface="Arial" panose="020B0604020202020204" pitchFamily="34" charset="0"/>
              </a:rPr>
              <a:t>기업명 또는 슬로건</a:t>
            </a:r>
            <a:endParaRPr lang="en-US" altLang="ko-KR" sz="800" b="1" dirty="0">
              <a:latin typeface="+mj-ea"/>
              <a:ea typeface="+mj-ea"/>
              <a:cs typeface="Arial" panose="020B0604020202020204" pitchFamily="34" charset="0"/>
            </a:endParaRPr>
          </a:p>
          <a:p>
            <a:pPr defTabSz="742996"/>
            <a:r>
              <a:rPr lang="ko-KR" altLang="en-US" sz="800" b="1" dirty="0">
                <a:latin typeface="+mj-ea"/>
                <a:ea typeface="+mj-ea"/>
                <a:cs typeface="Arial" panose="020B0604020202020204" pitchFamily="34" charset="0"/>
              </a:rPr>
              <a:t>기업도메인</a:t>
            </a:r>
            <a:endParaRPr lang="ko-KR" altLang="en-US" sz="813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3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1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21922" y="1700808"/>
            <a:ext cx="7016664" cy="1269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96" latinLnBrk="0"/>
            <a:r>
              <a:rPr lang="ko-KR" altLang="en-US" b="1" dirty="0">
                <a:solidFill>
                  <a:srgbClr val="FFFFFF">
                    <a:lumMod val="50000"/>
                  </a:srgbClr>
                </a:solidFill>
                <a:latin typeface="+mj-ea"/>
                <a:ea typeface="+mj-ea"/>
                <a:cs typeface="Arial" panose="020B0604020202020204" pitchFamily="34" charset="0"/>
              </a:rPr>
              <a:t>솔루션명</a:t>
            </a:r>
            <a:endParaRPr lang="en-US" altLang="ko-KR" b="1" dirty="0">
              <a:solidFill>
                <a:srgbClr val="FFFFFF">
                  <a:lumMod val="50000"/>
                </a:srgbClr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742996" latinLnBrk="0"/>
            <a:r>
              <a:rPr lang="en-US" altLang="ko-KR" sz="2925" b="1" dirty="0">
                <a:solidFill>
                  <a:srgbClr val="0A091B"/>
                </a:solidFill>
                <a:latin typeface="+mj-ea"/>
                <a:ea typeface="+mj-ea"/>
                <a:cs typeface="Arial" panose="020B0604020202020204" pitchFamily="34" charset="0"/>
              </a:rPr>
              <a:t>IoT Solution </a:t>
            </a:r>
            <a:r>
              <a:rPr lang="ko-KR" altLang="en-US" sz="2925" b="1" dirty="0">
                <a:solidFill>
                  <a:srgbClr val="0A091B"/>
                </a:solidFill>
                <a:latin typeface="+mj-ea"/>
                <a:ea typeface="+mj-ea"/>
                <a:cs typeface="Arial" panose="020B0604020202020204" pitchFamily="34" charset="0"/>
              </a:rPr>
              <a:t>서버 시스템 개발 프로젝트</a:t>
            </a:r>
            <a:endParaRPr lang="en-US" altLang="ko-KR" sz="2925" b="1" dirty="0">
              <a:solidFill>
                <a:srgbClr val="0A091B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742996" latinLnBrk="0"/>
            <a:r>
              <a:rPr lang="ko-KR" altLang="en-US" sz="2925" b="1" dirty="0">
                <a:solidFill>
                  <a:srgbClr val="0A091B"/>
                </a:solidFill>
                <a:latin typeface="+mj-ea"/>
                <a:ea typeface="+mj-ea"/>
                <a:cs typeface="Arial" panose="020B0604020202020204" pitchFamily="34" charset="0"/>
              </a:rPr>
              <a:t>디바이스 연동 시나리오</a:t>
            </a:r>
            <a:endParaRPr lang="en-US" altLang="ko-KR" sz="2925" b="1" dirty="0">
              <a:solidFill>
                <a:srgbClr val="0A091B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1922" y="5988401"/>
            <a:ext cx="1079142" cy="340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96"/>
            <a:r>
              <a:rPr lang="ko-KR" altLang="en-US" sz="800" b="1" dirty="0">
                <a:latin typeface="+mj-ea"/>
                <a:ea typeface="+mj-ea"/>
                <a:cs typeface="Arial" panose="020B0604020202020204" pitchFamily="34" charset="0"/>
              </a:rPr>
              <a:t>기업명 또는 슬로건</a:t>
            </a:r>
            <a:endParaRPr lang="en-US" altLang="ko-KR" sz="800" b="1" dirty="0">
              <a:latin typeface="+mj-ea"/>
              <a:ea typeface="+mj-ea"/>
              <a:cs typeface="Arial" panose="020B0604020202020204" pitchFamily="34" charset="0"/>
            </a:endParaRPr>
          </a:p>
          <a:p>
            <a:pPr defTabSz="742996"/>
            <a:r>
              <a:rPr lang="ko-KR" altLang="en-US" sz="800" b="1" dirty="0">
                <a:latin typeface="+mj-ea"/>
                <a:ea typeface="+mj-ea"/>
                <a:cs typeface="Arial" panose="020B0604020202020204" pitchFamily="34" charset="0"/>
              </a:rPr>
              <a:t>기업도메인</a:t>
            </a:r>
            <a:endParaRPr lang="ko-KR" altLang="en-US" sz="813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" name="Group 71">
            <a:extLst>
              <a:ext uri="{FF2B5EF4-FFF2-40B4-BE49-F238E27FC236}">
                <a16:creationId xmlns:a16="http://schemas.microsoft.com/office/drawing/2014/main" id="{03F24372-8984-8215-7F91-FDA1648D9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08356"/>
              </p:ext>
            </p:extLst>
          </p:nvPr>
        </p:nvGraphicFramePr>
        <p:xfrm>
          <a:off x="6229791" y="5143078"/>
          <a:ext cx="3017590" cy="1185865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502">
                  <a:extLst>
                    <a:ext uri="{9D8B030D-6E8A-4147-A177-3AD203B41FA5}">
                      <a16:colId xmlns:a16="http://schemas.microsoft.com/office/drawing/2014/main" val="2953050579"/>
                    </a:ext>
                  </a:extLst>
                </a:gridCol>
              </a:tblGrid>
              <a:tr h="201613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작성일자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0000.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00.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00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문서번호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:</a:t>
                      </a: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규격버전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: </a:t>
                      </a: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작성자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:</a:t>
                      </a: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검토자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:</a:t>
                      </a: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승인자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itchFamily="18" charset="0"/>
                        </a:rPr>
                        <a:t>:</a:t>
                      </a: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B2B3B5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43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변경 이력</a:t>
            </a:r>
          </a:p>
        </p:txBody>
      </p:sp>
      <p:graphicFrame>
        <p:nvGraphicFramePr>
          <p:cNvPr id="8" name="Group 110">
            <a:extLst>
              <a:ext uri="{FF2B5EF4-FFF2-40B4-BE49-F238E27FC236}">
                <a16:creationId xmlns:a16="http://schemas.microsoft.com/office/drawing/2014/main" id="{FBD4E145-F8E5-DD2A-0837-B9BCA0C9D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42357"/>
              </p:ext>
            </p:extLst>
          </p:nvPr>
        </p:nvGraphicFramePr>
        <p:xfrm>
          <a:off x="416496" y="836712"/>
          <a:ext cx="8928992" cy="5403850"/>
        </p:xfrm>
        <a:graphic>
          <a:graphicData uri="http://schemas.openxmlformats.org/drawingml/2006/table">
            <a:tbl>
              <a:tblPr/>
              <a:tblGrid>
                <a:gridCol w="1280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6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버전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변경 사항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비 고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V0.1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초안 작성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홍길동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2472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5468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94389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86695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77649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50854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58179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71144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06635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60086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9139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4008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6838" marR="0" lvl="0" indent="-96838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829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63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4">
            <a:extLst>
              <a:ext uri="{FF2B5EF4-FFF2-40B4-BE49-F238E27FC236}">
                <a16:creationId xmlns:a16="http://schemas.microsoft.com/office/drawing/2014/main" id="{AFF5473E-DC8D-B713-24F1-A6095BE27C3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69950" y="692696"/>
            <a:ext cx="1101725" cy="5544616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18000" rIns="18000" anchor="ctr" anchorCtr="1"/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0" lang="en-US" altLang="ko-KR" sz="16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E2692633-69FA-7EAE-3AE7-74BD49C29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1052736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1.</a:t>
            </a:r>
            <a:r>
              <a:rPr lang="ko-KR" altLang="en-US" dirty="0"/>
              <a:t> 디바이스 연동 정책 정의</a:t>
            </a:r>
            <a:endParaRPr lang="en-US" altLang="ko-KR" dirty="0"/>
          </a:p>
        </p:txBody>
      </p:sp>
      <p:sp>
        <p:nvSpPr>
          <p:cNvPr id="6" name="Text Box 28">
            <a:extLst>
              <a:ext uri="{FF2B5EF4-FFF2-40B4-BE49-F238E27FC236}">
                <a16:creationId xmlns:a16="http://schemas.microsoft.com/office/drawing/2014/main" id="{C75FADC0-7BBA-2221-1335-1836DE87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1760815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AP</a:t>
            </a:r>
            <a:r>
              <a:rPr lang="ko-KR" altLang="en-US" dirty="0"/>
              <a:t> 등록 시나리오</a:t>
            </a:r>
            <a:endParaRPr lang="en-US" altLang="ko-KR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1785C2A-F5C9-1875-E8E7-379B4877A9FE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Table of contents</a:t>
            </a:r>
          </a:p>
        </p:txBody>
      </p:sp>
      <p:sp>
        <p:nvSpPr>
          <p:cNvPr id="9" name="Text Box 28">
            <a:extLst>
              <a:ext uri="{FF2B5EF4-FFF2-40B4-BE49-F238E27FC236}">
                <a16:creationId xmlns:a16="http://schemas.microsoft.com/office/drawing/2014/main" id="{0082EABC-DD3F-8485-984C-F9AAF4099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2468894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3.</a:t>
            </a:r>
            <a:r>
              <a:rPr lang="ko-KR" altLang="en-US" dirty="0"/>
              <a:t> 이동형 디바이스 등록 시나리오</a:t>
            </a:r>
            <a:endParaRPr lang="en-US" altLang="ko-KR" dirty="0"/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140C0E70-FBB3-7969-0FD8-FD45884CE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3176973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4.</a:t>
            </a:r>
            <a:r>
              <a:rPr lang="ko-KR" altLang="en-US" dirty="0"/>
              <a:t> 디바이스 데이터 수집 시나리오</a:t>
            </a:r>
            <a:endParaRPr lang="en-US" altLang="ko-KR" dirty="0"/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5047BC57-1110-1679-3CFF-AE1FB6F8B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3885052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5.</a:t>
            </a:r>
            <a:r>
              <a:rPr lang="ko-KR" altLang="en-US" dirty="0"/>
              <a:t> </a:t>
            </a:r>
            <a:r>
              <a:rPr lang="en-US" altLang="ko-KR" dirty="0"/>
              <a:t>AP</a:t>
            </a:r>
            <a:r>
              <a:rPr lang="ko-KR" altLang="en-US" dirty="0"/>
              <a:t> 제어 시나리오</a:t>
            </a:r>
            <a:endParaRPr lang="en-US" altLang="ko-KR" dirty="0"/>
          </a:p>
        </p:txBody>
      </p:sp>
      <p:sp>
        <p:nvSpPr>
          <p:cNvPr id="12" name="Text Box 28">
            <a:extLst>
              <a:ext uri="{FF2B5EF4-FFF2-40B4-BE49-F238E27FC236}">
                <a16:creationId xmlns:a16="http://schemas.microsoft.com/office/drawing/2014/main" id="{457BBDE2-FC1C-DC16-C13B-15683162F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4593131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6.</a:t>
            </a:r>
            <a:r>
              <a:rPr lang="ko-KR" altLang="en-US" dirty="0"/>
              <a:t> </a:t>
            </a:r>
            <a:r>
              <a:rPr lang="en-US" altLang="ko-KR" dirty="0"/>
              <a:t>AP</a:t>
            </a:r>
            <a:r>
              <a:rPr lang="ko-KR" altLang="en-US" dirty="0"/>
              <a:t> 펌웨어 업데이트 시나리오</a:t>
            </a:r>
            <a:endParaRPr lang="en-US" altLang="ko-KR" dirty="0"/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B289D533-E337-1581-1A89-9F4D2A611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026" y="5301208"/>
            <a:ext cx="62695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93663" indent="-93663" fontAlgn="base" latinLnBrk="0">
              <a:spcBef>
                <a:spcPct val="20000"/>
              </a:spcBef>
              <a:spcAft>
                <a:spcPct val="0"/>
              </a:spcAft>
              <a:defRPr kumimoji="0" sz="2000" b="1" u="sng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b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b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b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b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/>
              <a:t>7.</a:t>
            </a:r>
            <a:r>
              <a:rPr lang="ko-KR" altLang="en-US" dirty="0"/>
              <a:t> </a:t>
            </a:r>
            <a:r>
              <a:rPr lang="en-US" altLang="ko-KR" dirty="0"/>
              <a:t>Notification</a:t>
            </a:r>
            <a:r>
              <a:rPr lang="ko-KR" altLang="en-US" dirty="0"/>
              <a:t> 시나리오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433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1.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디바이스 연동 정책 정의</a:t>
            </a:r>
          </a:p>
        </p:txBody>
      </p:sp>
      <p:graphicFrame>
        <p:nvGraphicFramePr>
          <p:cNvPr id="8" name="Group 31">
            <a:extLst>
              <a:ext uri="{FF2B5EF4-FFF2-40B4-BE49-F238E27FC236}">
                <a16:creationId xmlns:a16="http://schemas.microsoft.com/office/drawing/2014/main" id="{B7DD46C0-DEB2-8EF4-9773-65100D8C5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29077"/>
              </p:ext>
            </p:extLst>
          </p:nvPr>
        </p:nvGraphicFramePr>
        <p:xfrm>
          <a:off x="344488" y="836712"/>
          <a:ext cx="9073008" cy="5274584"/>
        </p:xfrm>
        <a:graphic>
          <a:graphicData uri="http://schemas.openxmlformats.org/drawingml/2006/table">
            <a:tbl>
              <a:tblPr/>
              <a:tblGrid>
                <a:gridCol w="12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319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항 목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정의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비 고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534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주요 서비스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개념 정의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디바이스 최초 등록 정의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디바이스 최초 등록은 관제에서 일괄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개별 등록하고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설치 계획을 잡고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현장에서 설치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을 통해 최종 설치 여부를 서버로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정보를 등록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고정형 디바이스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(AP, Sensor Beacon)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최초 등록 시 에는 사이트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및 구역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셀 중에 하나는 종속되도록 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주기적인 디바이스 수집 정의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BLE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디바이스 정보는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에서 수집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하나의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Packet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으로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생성하여 전달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(AP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Device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별로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Packet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생성하여 서버로 전달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수집 전송 주기는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초 단위로 전송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628650" marR="0" lvl="1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Notification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디바이스 전송 정의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BLE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디바이스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(Band)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Notification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전달을 위해서 최종 수신된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를 찾아서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Notification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전송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AP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디바이스 동작여부 확인 정의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Heartbeat Packet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을 주기는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Device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정보가 수집되지 않는 경우 서버로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가 정상적으로 구동을 서버로 알리기 위해서 전송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horzOverflow="overflow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설치 계획은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Builder Tool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에서 작업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228600" marR="0" lvl="0" indent="-228600" algn="l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이때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설치 위치만 배치하고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228600" marR="0" lvl="0" indent="-228600" algn="l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 Device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정보와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매핑은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설치 여부를 서버에 전달 시에 처리한다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horzOverflow="overflow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740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주요 관제 제어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개념 정의</a:t>
                      </a:r>
                    </a:p>
                  </a:txBody>
                  <a:tcPr marL="95784" marR="95784" marT="47892" marB="47892" anchor="ctr" horzOverflow="overflow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관제 제어 디바이스 대상 정의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AP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디바이스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관제 제어 처리 정의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관제 명령을 관제시스템 입력 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AP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디바이스에 명령이 전달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71450" marR="0" lvl="0" indent="-17145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관제 제어 명령어 설정 정의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관제 제어 결과는 설정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수집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펌웨어 업데이트로 나누어 수집하도록 정의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관제 제어 명령은 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에 하나의 명령어를 전송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관제 제어 명령은 동시에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Multi 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에 명령을 전송하는 기능 지원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784" marR="95784" marT="47892" marB="47892" horzOverflow="overflow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784" marR="95784" marT="47892" marB="47892" horzOverflow="overflow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66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2.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AP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등록 시나리오</a:t>
            </a:r>
          </a:p>
        </p:txBody>
      </p:sp>
      <p:sp>
        <p:nvSpPr>
          <p:cNvPr id="2" name="Rectangle 75">
            <a:extLst>
              <a:ext uri="{FF2B5EF4-FFF2-40B4-BE49-F238E27FC236}">
                <a16:creationId xmlns:a16="http://schemas.microsoft.com/office/drawing/2014/main" id="{F55BAE9D-C565-1BC5-BCE5-5186FA5FD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968" y="1772816"/>
            <a:ext cx="176843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1. </a:t>
            </a:r>
            <a:r>
              <a:rPr lang="ko-KR" altLang="en-US" sz="800" dirty="0">
                <a:latin typeface="+mj-ea"/>
                <a:ea typeface="+mj-ea"/>
              </a:rPr>
              <a:t>디바이스 일괄 등록 요청 </a:t>
            </a:r>
            <a:r>
              <a:rPr lang="en-US" altLang="ko-KR" sz="800" dirty="0">
                <a:latin typeface="+mj-ea"/>
                <a:ea typeface="+mj-ea"/>
              </a:rPr>
              <a:t>(excel)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9BE3F8E-30A0-559A-3570-8B6872B588B9}"/>
              </a:ext>
            </a:extLst>
          </p:cNvPr>
          <p:cNvCxnSpPr/>
          <p:nvPr/>
        </p:nvCxnSpPr>
        <p:spPr bwMode="auto">
          <a:xfrm>
            <a:off x="4547047" y="1957912"/>
            <a:ext cx="18946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4D69A3A2-5F85-B20D-D6C1-B321C781F943}"/>
              </a:ext>
            </a:extLst>
          </p:cNvPr>
          <p:cNvCxnSpPr/>
          <p:nvPr/>
        </p:nvCxnSpPr>
        <p:spPr bwMode="auto">
          <a:xfrm>
            <a:off x="4547047" y="2225643"/>
            <a:ext cx="435209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Rectangle 75">
            <a:extLst>
              <a:ext uri="{FF2B5EF4-FFF2-40B4-BE49-F238E27FC236}">
                <a16:creationId xmlns:a16="http://schemas.microsoft.com/office/drawing/2014/main" id="{3DBDD64D-4208-96FF-7C83-5CB1525C0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608" y="2048786"/>
            <a:ext cx="232788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2. </a:t>
            </a:r>
            <a:r>
              <a:rPr lang="ko-KR" altLang="en-US" sz="800">
                <a:latin typeface="+mj-ea"/>
                <a:ea typeface="+mj-ea"/>
              </a:rPr>
              <a:t>디바이스 정보 및 상태 저장 </a:t>
            </a:r>
            <a:r>
              <a:rPr lang="en-US" altLang="ko-KR" sz="800">
                <a:latin typeface="+mj-ea"/>
                <a:ea typeface="+mj-ea"/>
              </a:rPr>
              <a:t>(Device </a:t>
            </a:r>
            <a:r>
              <a:rPr lang="ko-KR" altLang="en-US" sz="800">
                <a:latin typeface="+mj-ea"/>
                <a:ea typeface="+mj-ea"/>
              </a:rPr>
              <a:t>미사용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D7FC0226-6630-DC46-1BD9-DA5E65D9E6D4}"/>
              </a:ext>
            </a:extLst>
          </p:cNvPr>
          <p:cNvGrpSpPr>
            <a:grpSpLocks/>
          </p:cNvGrpSpPr>
          <p:nvPr/>
        </p:nvGrpSpPr>
        <p:grpSpPr bwMode="auto">
          <a:xfrm>
            <a:off x="394314" y="1044001"/>
            <a:ext cx="992556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" name="직사각형 75">
              <a:extLst>
                <a:ext uri="{FF2B5EF4-FFF2-40B4-BE49-F238E27FC236}">
                  <a16:creationId xmlns:a16="http://schemas.microsoft.com/office/drawing/2014/main" id="{E51E1475-8B2E-BA82-B50D-AD97D9B25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</a:t>
              </a:r>
            </a:p>
          </p:txBody>
        </p:sp>
        <p:sp>
          <p:nvSpPr>
            <p:cNvPr id="9" name="Line 33">
              <a:extLst>
                <a:ext uri="{FF2B5EF4-FFF2-40B4-BE49-F238E27FC236}">
                  <a16:creationId xmlns:a16="http://schemas.microsoft.com/office/drawing/2014/main" id="{0138A452-316E-B3A0-E74B-935854F65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E9439284-07EB-CF5D-631F-8B67484D1FCA}"/>
              </a:ext>
            </a:extLst>
          </p:cNvPr>
          <p:cNvGrpSpPr>
            <a:grpSpLocks/>
          </p:cNvGrpSpPr>
          <p:nvPr/>
        </p:nvGrpSpPr>
        <p:grpSpPr bwMode="auto">
          <a:xfrm>
            <a:off x="1693767" y="1031641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" name="직사각형 75">
              <a:extLst>
                <a:ext uri="{FF2B5EF4-FFF2-40B4-BE49-F238E27FC236}">
                  <a16:creationId xmlns:a16="http://schemas.microsoft.com/office/drawing/2014/main" id="{43DA8C65-453E-7CF7-45D4-298847F01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설치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APP</a:t>
              </a:r>
            </a:p>
          </p:txBody>
        </p:sp>
        <p:sp>
          <p:nvSpPr>
            <p:cNvPr id="13" name="Line 33">
              <a:extLst>
                <a:ext uri="{FF2B5EF4-FFF2-40B4-BE49-F238E27FC236}">
                  <a16:creationId xmlns:a16="http://schemas.microsoft.com/office/drawing/2014/main" id="{6E27D744-A5D3-0ADF-7A26-8D7F5BFBE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B96A8F99-4BA4-1711-0AAA-A0E49EE2641F}"/>
              </a:ext>
            </a:extLst>
          </p:cNvPr>
          <p:cNvGrpSpPr>
            <a:grpSpLocks/>
          </p:cNvGrpSpPr>
          <p:nvPr/>
        </p:nvGrpSpPr>
        <p:grpSpPr bwMode="auto">
          <a:xfrm>
            <a:off x="4040249" y="1039875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5" name="직사각형 75">
              <a:extLst>
                <a:ext uri="{FF2B5EF4-FFF2-40B4-BE49-F238E27FC236}">
                  <a16:creationId xmlns:a16="http://schemas.microsoft.com/office/drawing/2014/main" id="{0AEBC731-4357-A048-77C4-402D9A8BE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 API</a:t>
              </a:r>
            </a:p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FC8099A8-7E67-87BA-78D8-4B4CD93F3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" name="Group 9">
            <a:extLst>
              <a:ext uri="{FF2B5EF4-FFF2-40B4-BE49-F238E27FC236}">
                <a16:creationId xmlns:a16="http://schemas.microsoft.com/office/drawing/2014/main" id="{7C444D1D-A5A7-D8E8-DA73-0763B6769BDF}"/>
              </a:ext>
            </a:extLst>
          </p:cNvPr>
          <p:cNvGrpSpPr>
            <a:grpSpLocks/>
          </p:cNvGrpSpPr>
          <p:nvPr/>
        </p:nvGrpSpPr>
        <p:grpSpPr bwMode="auto">
          <a:xfrm>
            <a:off x="5955771" y="1018799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" name="직사각형 75">
              <a:extLst>
                <a:ext uri="{FF2B5EF4-FFF2-40B4-BE49-F238E27FC236}">
                  <a16:creationId xmlns:a16="http://schemas.microsoft.com/office/drawing/2014/main" id="{30EFE72B-2345-67F0-AB79-82B5325D4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 시스템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F49233CC-93A9-5988-8750-393442C9D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" name="Group 9">
            <a:extLst>
              <a:ext uri="{FF2B5EF4-FFF2-40B4-BE49-F238E27FC236}">
                <a16:creationId xmlns:a16="http://schemas.microsoft.com/office/drawing/2014/main" id="{303AEEE8-7D90-4D6C-CBBE-BD2AE78C9661}"/>
              </a:ext>
            </a:extLst>
          </p:cNvPr>
          <p:cNvGrpSpPr>
            <a:grpSpLocks/>
          </p:cNvGrpSpPr>
          <p:nvPr/>
        </p:nvGrpSpPr>
        <p:grpSpPr bwMode="auto">
          <a:xfrm>
            <a:off x="8404369" y="1022918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1" name="직사각형 75">
              <a:extLst>
                <a:ext uri="{FF2B5EF4-FFF2-40B4-BE49-F238E27FC236}">
                  <a16:creationId xmlns:a16="http://schemas.microsoft.com/office/drawing/2014/main" id="{928E74E1-4108-CEC1-8313-DF2AD5F3A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DBMS</a:t>
              </a:r>
            </a:p>
          </p:txBody>
        </p:sp>
        <p:sp>
          <p:nvSpPr>
            <p:cNvPr id="22" name="Line 33">
              <a:extLst>
                <a:ext uri="{FF2B5EF4-FFF2-40B4-BE49-F238E27FC236}">
                  <a16:creationId xmlns:a16="http://schemas.microsoft.com/office/drawing/2014/main" id="{E4E59AD3-2309-65D9-21AB-4BBA06B20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Rectangle 75">
            <a:extLst>
              <a:ext uri="{FF2B5EF4-FFF2-40B4-BE49-F238E27FC236}">
                <a16:creationId xmlns:a16="http://schemas.microsoft.com/office/drawing/2014/main" id="{EBC71212-ABC9-BF88-4BBC-9A92C181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796" y="2567780"/>
            <a:ext cx="139012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4. AP</a:t>
            </a:r>
            <a:r>
              <a:rPr lang="ko-KR" altLang="en-US" sz="800" dirty="0">
                <a:latin typeface="+mj-ea"/>
                <a:ea typeface="+mj-ea"/>
              </a:rPr>
              <a:t>설치 계획 설정 요청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B4E891C-62C9-0ADB-5550-D071ABED5095}"/>
              </a:ext>
            </a:extLst>
          </p:cNvPr>
          <p:cNvCxnSpPr/>
          <p:nvPr/>
        </p:nvCxnSpPr>
        <p:spPr bwMode="auto">
          <a:xfrm>
            <a:off x="3368546" y="2752876"/>
            <a:ext cx="43233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7243DB4-34A1-AADB-FE48-41623D755136}"/>
              </a:ext>
            </a:extLst>
          </p:cNvPr>
          <p:cNvCxnSpPr/>
          <p:nvPr/>
        </p:nvCxnSpPr>
        <p:spPr bwMode="auto">
          <a:xfrm>
            <a:off x="864733" y="3951508"/>
            <a:ext cx="132531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6" name="Rectangle 75">
            <a:extLst>
              <a:ext uri="{FF2B5EF4-FFF2-40B4-BE49-F238E27FC236}">
                <a16:creationId xmlns:a16="http://schemas.microsoft.com/office/drawing/2014/main" id="{839FFCB5-35C7-40E4-B7AB-F74A82435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950" y="3739386"/>
            <a:ext cx="96693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10. AP </a:t>
            </a:r>
            <a:r>
              <a:rPr lang="ko-KR" altLang="en-US" sz="800" dirty="0">
                <a:latin typeface="+mj-ea"/>
                <a:ea typeface="+mj-ea"/>
              </a:rPr>
              <a:t>현장 설치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27" name="꺾인 연결선 114">
            <a:extLst>
              <a:ext uri="{FF2B5EF4-FFF2-40B4-BE49-F238E27FC236}">
                <a16:creationId xmlns:a16="http://schemas.microsoft.com/office/drawing/2014/main" id="{5A5C30D7-2794-C892-C07E-E1B25769A8D6}"/>
              </a:ext>
            </a:extLst>
          </p:cNvPr>
          <p:cNvCxnSpPr/>
          <p:nvPr/>
        </p:nvCxnSpPr>
        <p:spPr bwMode="auto">
          <a:xfrm flipH="1">
            <a:off x="871373" y="4133049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7318DF6-5B22-E727-8F0A-DDD334913212}"/>
              </a:ext>
            </a:extLst>
          </p:cNvPr>
          <p:cNvCxnSpPr/>
          <p:nvPr/>
        </p:nvCxnSpPr>
        <p:spPr bwMode="auto">
          <a:xfrm>
            <a:off x="868852" y="4569338"/>
            <a:ext cx="249482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Rectangle 75">
            <a:extLst>
              <a:ext uri="{FF2B5EF4-FFF2-40B4-BE49-F238E27FC236}">
                <a16:creationId xmlns:a16="http://schemas.microsoft.com/office/drawing/2014/main" id="{97960C7E-4DAC-A978-189E-AC1AF338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05" y="4116509"/>
            <a:ext cx="83869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11. Power ON</a:t>
            </a:r>
          </a:p>
        </p:txBody>
      </p:sp>
      <p:sp>
        <p:nvSpPr>
          <p:cNvPr id="30" name="Rectangle 75">
            <a:extLst>
              <a:ext uri="{FF2B5EF4-FFF2-40B4-BE49-F238E27FC236}">
                <a16:creationId xmlns:a16="http://schemas.microsoft.com/office/drawing/2014/main" id="{788CD9C7-88C7-6AD2-4619-F022BF98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224" y="4356270"/>
            <a:ext cx="2122697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12. </a:t>
            </a:r>
            <a:r>
              <a:rPr lang="en-US" altLang="ko-KR" sz="800" dirty="0" err="1">
                <a:latin typeface="+mj-ea"/>
                <a:ea typeface="+mj-ea"/>
              </a:rPr>
              <a:t>Reg</a:t>
            </a:r>
            <a:r>
              <a:rPr lang="en-US" altLang="ko-KR" sz="800" dirty="0">
                <a:latin typeface="+mj-ea"/>
                <a:ea typeface="+mj-ea"/>
              </a:rPr>
              <a:t> </a:t>
            </a:r>
            <a:r>
              <a:rPr lang="ko-KR" altLang="en-US" sz="800" dirty="0">
                <a:latin typeface="+mj-ea"/>
                <a:ea typeface="+mj-ea"/>
              </a:rPr>
              <a:t>요청 </a:t>
            </a:r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en-US" altLang="ko-KR" sz="800" i="1" dirty="0" err="1">
                <a:latin typeface="+mj-ea"/>
                <a:ea typeface="+mj-ea"/>
              </a:rPr>
              <a:t>MacAddress</a:t>
            </a:r>
            <a:r>
              <a:rPr lang="en-US" altLang="ko-KR" sz="800" i="1" dirty="0">
                <a:latin typeface="+mj-ea"/>
                <a:ea typeface="+mj-ea"/>
              </a:rPr>
              <a:t>, </a:t>
            </a:r>
            <a:r>
              <a:rPr lang="ko-KR" altLang="en-US" sz="800" i="1" dirty="0">
                <a:latin typeface="+mj-ea"/>
                <a:ea typeface="+mj-ea"/>
              </a:rPr>
              <a:t>설치위치정보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2245EEB-D2F0-9586-FC76-665B3CBDCDC1}"/>
              </a:ext>
            </a:extLst>
          </p:cNvPr>
          <p:cNvCxnSpPr/>
          <p:nvPr/>
        </p:nvCxnSpPr>
        <p:spPr bwMode="auto">
          <a:xfrm>
            <a:off x="4547047" y="5019819"/>
            <a:ext cx="43438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32" name="Rectangle 75">
            <a:extLst>
              <a:ext uri="{FF2B5EF4-FFF2-40B4-BE49-F238E27FC236}">
                <a16:creationId xmlns:a16="http://schemas.microsoft.com/office/drawing/2014/main" id="{0615DDFD-175B-DF37-F5EB-9E59BE334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217" y="4803207"/>
            <a:ext cx="200247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14. </a:t>
            </a:r>
            <a:r>
              <a:rPr lang="ko-KR" altLang="en-US" sz="800" dirty="0">
                <a:latin typeface="+mj-ea"/>
                <a:ea typeface="+mj-ea"/>
              </a:rPr>
              <a:t>디바이스 상태 변경 </a:t>
            </a:r>
            <a:r>
              <a:rPr lang="en-US" altLang="ko-KR" sz="800" dirty="0">
                <a:latin typeface="+mj-ea"/>
                <a:ea typeface="+mj-ea"/>
              </a:rPr>
              <a:t>(Device </a:t>
            </a:r>
            <a:r>
              <a:rPr lang="ko-KR" altLang="en-US" sz="800" dirty="0" err="1">
                <a:latin typeface="+mj-ea"/>
                <a:ea typeface="+mj-ea"/>
              </a:rPr>
              <a:t>사용중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sp>
        <p:nvSpPr>
          <p:cNvPr id="33" name="Rectangle 75">
            <a:extLst>
              <a:ext uri="{FF2B5EF4-FFF2-40B4-BE49-F238E27FC236}">
                <a16:creationId xmlns:a16="http://schemas.microsoft.com/office/drawing/2014/main" id="{138A90EC-EF63-2B32-BEA3-FC05BDAC6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080" y="2262974"/>
            <a:ext cx="98937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3. </a:t>
            </a:r>
            <a:r>
              <a:rPr lang="ko-KR" altLang="en-US" sz="800">
                <a:latin typeface="+mj-ea"/>
                <a:ea typeface="+mj-ea"/>
              </a:rPr>
              <a:t>처리 결과 응답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95D8E86-39A9-A4EC-0F56-16642BC81FAD}"/>
              </a:ext>
            </a:extLst>
          </p:cNvPr>
          <p:cNvCxnSpPr/>
          <p:nvPr/>
        </p:nvCxnSpPr>
        <p:spPr bwMode="auto">
          <a:xfrm>
            <a:off x="4534687" y="2448069"/>
            <a:ext cx="1915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75">
            <a:extLst>
              <a:ext uri="{FF2B5EF4-FFF2-40B4-BE49-F238E27FC236}">
                <a16:creationId xmlns:a16="http://schemas.microsoft.com/office/drawing/2014/main" id="{CBF5DB9B-EE0B-420A-F140-B15C61833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914" y="3024986"/>
            <a:ext cx="160011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6. AP</a:t>
            </a:r>
            <a:r>
              <a:rPr lang="ko-KR" altLang="en-US" sz="800" dirty="0">
                <a:latin typeface="+mj-ea"/>
                <a:ea typeface="+mj-ea"/>
              </a:rPr>
              <a:t>설치 계획 설정 요청 응답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AE3CB51-D78E-ADC5-4598-CAADAB5E9883}"/>
              </a:ext>
            </a:extLst>
          </p:cNvPr>
          <p:cNvCxnSpPr/>
          <p:nvPr/>
        </p:nvCxnSpPr>
        <p:spPr bwMode="auto">
          <a:xfrm>
            <a:off x="3363675" y="3201844"/>
            <a:ext cx="432969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B36A908-48C1-D72A-556B-ADD3623BB2FB}"/>
              </a:ext>
            </a:extLst>
          </p:cNvPr>
          <p:cNvCxnSpPr/>
          <p:nvPr/>
        </p:nvCxnSpPr>
        <p:spPr bwMode="auto">
          <a:xfrm>
            <a:off x="872968" y="5222162"/>
            <a:ext cx="24907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38" name="Rectangle 75">
            <a:extLst>
              <a:ext uri="{FF2B5EF4-FFF2-40B4-BE49-F238E27FC236}">
                <a16:creationId xmlns:a16="http://schemas.microsoft.com/office/drawing/2014/main" id="{80C5F4F7-0257-5D37-2E13-FB393C0DC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067" y="5041185"/>
            <a:ext cx="101983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15. </a:t>
            </a:r>
            <a:r>
              <a:rPr lang="en-US" altLang="ko-KR" sz="800" dirty="0" err="1">
                <a:latin typeface="+mj-ea"/>
                <a:ea typeface="+mj-ea"/>
              </a:rPr>
              <a:t>Reg</a:t>
            </a:r>
            <a:r>
              <a:rPr lang="en-US" altLang="ko-KR" sz="800" dirty="0">
                <a:latin typeface="+mj-ea"/>
                <a:ea typeface="+mj-ea"/>
              </a:rPr>
              <a:t> </a:t>
            </a:r>
            <a:r>
              <a:rPr lang="ko-KR" altLang="en-US" sz="800" dirty="0">
                <a:latin typeface="+mj-ea"/>
                <a:ea typeface="+mj-ea"/>
              </a:rPr>
              <a:t>요청 응답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4B82E9E-98EA-E080-B51F-F15751706688}"/>
              </a:ext>
            </a:extLst>
          </p:cNvPr>
          <p:cNvCxnSpPr/>
          <p:nvPr/>
        </p:nvCxnSpPr>
        <p:spPr bwMode="auto">
          <a:xfrm>
            <a:off x="3363675" y="2962941"/>
            <a:ext cx="553546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Rectangle 75">
            <a:extLst>
              <a:ext uri="{FF2B5EF4-FFF2-40B4-BE49-F238E27FC236}">
                <a16:creationId xmlns:a16="http://schemas.microsoft.com/office/drawing/2014/main" id="{EFDD67C0-A529-054D-3E5E-555D0EFB6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939" y="2794323"/>
            <a:ext cx="118494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5. AP </a:t>
            </a:r>
            <a:r>
              <a:rPr lang="ko-KR" altLang="en-US" sz="800" dirty="0">
                <a:latin typeface="+mj-ea"/>
                <a:ea typeface="+mj-ea"/>
              </a:rPr>
              <a:t>설치 계획 저장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1BCB643-D6C1-34D3-1F2D-6B88AD09608D}"/>
              </a:ext>
            </a:extLst>
          </p:cNvPr>
          <p:cNvCxnSpPr/>
          <p:nvPr/>
        </p:nvCxnSpPr>
        <p:spPr bwMode="auto">
          <a:xfrm>
            <a:off x="2188541" y="3394305"/>
            <a:ext cx="11751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Rectangle 75">
            <a:extLst>
              <a:ext uri="{FF2B5EF4-FFF2-40B4-BE49-F238E27FC236}">
                <a16:creationId xmlns:a16="http://schemas.microsoft.com/office/drawing/2014/main" id="{84AD8884-5EDB-9F29-DD6B-2BC3D6E95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045" y="3183825"/>
            <a:ext cx="135806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7. AP</a:t>
            </a:r>
            <a:r>
              <a:rPr lang="ko-KR" altLang="en-US" sz="800" dirty="0">
                <a:latin typeface="+mj-ea"/>
                <a:ea typeface="+mj-ea"/>
              </a:rPr>
              <a:t>설치 계획 조회 요청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8B9D124-2739-3867-8744-CD356D0E6C23}"/>
              </a:ext>
            </a:extLst>
          </p:cNvPr>
          <p:cNvCxnSpPr/>
          <p:nvPr/>
        </p:nvCxnSpPr>
        <p:spPr bwMode="auto">
          <a:xfrm>
            <a:off x="3362171" y="3568431"/>
            <a:ext cx="55369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Rectangle 75">
            <a:extLst>
              <a:ext uri="{FF2B5EF4-FFF2-40B4-BE49-F238E27FC236}">
                <a16:creationId xmlns:a16="http://schemas.microsoft.com/office/drawing/2014/main" id="{B858EEFF-A68D-6F98-7ABB-830B4FB4F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280" y="3375098"/>
            <a:ext cx="111601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8. AP</a:t>
            </a:r>
            <a:r>
              <a:rPr lang="ko-KR" altLang="en-US" sz="800">
                <a:latin typeface="+mj-ea"/>
                <a:ea typeface="+mj-ea"/>
              </a:rPr>
              <a:t>설치 계획 조회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4069F3D-8360-CE9A-2448-BDE144A130F1}"/>
              </a:ext>
            </a:extLst>
          </p:cNvPr>
          <p:cNvCxnSpPr/>
          <p:nvPr/>
        </p:nvCxnSpPr>
        <p:spPr bwMode="auto">
          <a:xfrm flipV="1">
            <a:off x="2190045" y="3790538"/>
            <a:ext cx="1178501" cy="21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46" name="Rectangle 75">
            <a:extLst>
              <a:ext uri="{FF2B5EF4-FFF2-40B4-BE49-F238E27FC236}">
                <a16:creationId xmlns:a16="http://schemas.microsoft.com/office/drawing/2014/main" id="{7DA63190-F5D9-333F-30B7-B5E25FE6A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045" y="3575094"/>
            <a:ext cx="160011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9. AP</a:t>
            </a:r>
            <a:r>
              <a:rPr lang="ko-KR" altLang="en-US" sz="800" dirty="0">
                <a:latin typeface="+mj-ea"/>
                <a:ea typeface="+mj-ea"/>
              </a:rPr>
              <a:t>설치 계획 조회 요청 응답</a:t>
            </a:r>
            <a:endParaRPr lang="en-US" altLang="ko-KR" sz="800" dirty="0">
              <a:latin typeface="+mj-ea"/>
              <a:ea typeface="+mj-ea"/>
            </a:endParaRPr>
          </a:p>
        </p:txBody>
      </p:sp>
      <p:grpSp>
        <p:nvGrpSpPr>
          <p:cNvPr id="47" name="Group 9">
            <a:extLst>
              <a:ext uri="{FF2B5EF4-FFF2-40B4-BE49-F238E27FC236}">
                <a16:creationId xmlns:a16="http://schemas.microsoft.com/office/drawing/2014/main" id="{6F6B40C1-2E4A-699B-2A5C-76C1AB1B0F20}"/>
              </a:ext>
            </a:extLst>
          </p:cNvPr>
          <p:cNvGrpSpPr>
            <a:grpSpLocks/>
          </p:cNvGrpSpPr>
          <p:nvPr/>
        </p:nvGrpSpPr>
        <p:grpSpPr bwMode="auto">
          <a:xfrm>
            <a:off x="7197096" y="1018799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8" name="직사각형 75">
              <a:extLst>
                <a:ext uri="{FF2B5EF4-FFF2-40B4-BE49-F238E27FC236}">
                  <a16:creationId xmlns:a16="http://schemas.microsoft.com/office/drawing/2014/main" id="{588F9DB3-7391-48E7-8B59-AA91B9FC9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Builder</a:t>
              </a:r>
            </a:p>
          </p:txBody>
        </p:sp>
        <p:sp>
          <p:nvSpPr>
            <p:cNvPr id="49" name="Line 33">
              <a:extLst>
                <a:ext uri="{FF2B5EF4-FFF2-40B4-BE49-F238E27FC236}">
                  <a16:creationId xmlns:a16="http://schemas.microsoft.com/office/drawing/2014/main" id="{86E2D04E-C7B7-BA81-DCAD-E7A9EF245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9A2C4E6B-8FA4-5730-453F-14360CD46975}"/>
              </a:ext>
            </a:extLst>
          </p:cNvPr>
          <p:cNvGrpSpPr>
            <a:grpSpLocks/>
          </p:cNvGrpSpPr>
          <p:nvPr/>
        </p:nvGrpSpPr>
        <p:grpSpPr bwMode="auto">
          <a:xfrm>
            <a:off x="2867397" y="1018799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" name="직사각형 75">
              <a:extLst>
                <a:ext uri="{FF2B5EF4-FFF2-40B4-BE49-F238E27FC236}">
                  <a16:creationId xmlns:a16="http://schemas.microsoft.com/office/drawing/2014/main" id="{DF62E4D8-3595-898C-C265-EF021D040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Map</a:t>
              </a:r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Open </a:t>
              </a:r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API </a:t>
              </a:r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2" name="Line 33">
              <a:extLst>
                <a:ext uri="{FF2B5EF4-FFF2-40B4-BE49-F238E27FC236}">
                  <a16:creationId xmlns:a16="http://schemas.microsoft.com/office/drawing/2014/main" id="{F308ED4B-4509-2344-6238-C89608191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A79D4E3-2484-8EE9-C704-60C16933AE27}"/>
              </a:ext>
            </a:extLst>
          </p:cNvPr>
          <p:cNvCxnSpPr/>
          <p:nvPr/>
        </p:nvCxnSpPr>
        <p:spPr bwMode="auto">
          <a:xfrm>
            <a:off x="3352070" y="4841436"/>
            <a:ext cx="1178501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54" name="Rectangle 75">
            <a:extLst>
              <a:ext uri="{FF2B5EF4-FFF2-40B4-BE49-F238E27FC236}">
                <a16:creationId xmlns:a16="http://schemas.microsoft.com/office/drawing/2014/main" id="{EDBB41CF-F682-A186-CCD2-90390F0F4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497" y="4625992"/>
            <a:ext cx="2193229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13. </a:t>
            </a:r>
            <a:r>
              <a:rPr lang="ko-KR" altLang="en-US" sz="800" dirty="0">
                <a:latin typeface="+mj-ea"/>
                <a:ea typeface="+mj-ea"/>
              </a:rPr>
              <a:t>설치 정보 </a:t>
            </a:r>
            <a:r>
              <a:rPr lang="en-US" altLang="ko-KR" sz="800" dirty="0">
                <a:latin typeface="+mj-ea"/>
                <a:ea typeface="+mj-ea"/>
              </a:rPr>
              <a:t>Update (</a:t>
            </a:r>
            <a:r>
              <a:rPr lang="ko-KR" altLang="en-US" sz="800" dirty="0">
                <a:latin typeface="+mj-ea"/>
                <a:ea typeface="+mj-ea"/>
              </a:rPr>
              <a:t>사용여부</a:t>
            </a:r>
            <a:r>
              <a:rPr lang="en-US" altLang="ko-KR" sz="800" dirty="0">
                <a:latin typeface="+mj-ea"/>
                <a:ea typeface="+mj-ea"/>
              </a:rPr>
              <a:t>, Device ID)</a:t>
            </a:r>
          </a:p>
        </p:txBody>
      </p:sp>
    </p:spTree>
    <p:extLst>
      <p:ext uri="{BB962C8B-B14F-4D97-AF65-F5344CB8AC3E}">
        <p14:creationId xmlns:p14="http://schemas.microsoft.com/office/powerpoint/2010/main" val="194075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3.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이동형 디바이스 등록 시나리오</a:t>
            </a:r>
          </a:p>
        </p:txBody>
      </p:sp>
      <p:sp>
        <p:nvSpPr>
          <p:cNvPr id="85" name="Rectangle 75">
            <a:extLst>
              <a:ext uri="{FF2B5EF4-FFF2-40B4-BE49-F238E27FC236}">
                <a16:creationId xmlns:a16="http://schemas.microsoft.com/office/drawing/2014/main" id="{1B22903F-8113-4F01-B19F-1933BA21F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1554" y="1897402"/>
            <a:ext cx="176843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1. </a:t>
            </a:r>
            <a:r>
              <a:rPr lang="ko-KR" altLang="en-US" sz="800">
                <a:latin typeface="+mj-ea"/>
                <a:ea typeface="+mj-ea"/>
              </a:rPr>
              <a:t>디바이스 일괄 등록 요청 </a:t>
            </a:r>
            <a:r>
              <a:rPr lang="en-US" altLang="ko-KR" sz="800">
                <a:latin typeface="+mj-ea"/>
                <a:ea typeface="+mj-ea"/>
              </a:rPr>
              <a:t>(excel)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8F636A9-A113-41D0-9671-1F8898CBD927}"/>
              </a:ext>
            </a:extLst>
          </p:cNvPr>
          <p:cNvCxnSpPr/>
          <p:nvPr/>
        </p:nvCxnSpPr>
        <p:spPr bwMode="auto">
          <a:xfrm>
            <a:off x="5060721" y="2074260"/>
            <a:ext cx="178760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A76BC9C-4E16-FAD8-451E-0C6B748AABAC}"/>
              </a:ext>
            </a:extLst>
          </p:cNvPr>
          <p:cNvCxnSpPr/>
          <p:nvPr/>
        </p:nvCxnSpPr>
        <p:spPr bwMode="auto">
          <a:xfrm>
            <a:off x="5052483" y="2490275"/>
            <a:ext cx="355874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Rectangle 75">
            <a:extLst>
              <a:ext uri="{FF2B5EF4-FFF2-40B4-BE49-F238E27FC236}">
                <a16:creationId xmlns:a16="http://schemas.microsoft.com/office/drawing/2014/main" id="{1893C493-52B3-769A-7843-F57F6AD73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194" y="2296942"/>
            <a:ext cx="2327881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2. </a:t>
            </a:r>
            <a:r>
              <a:rPr lang="ko-KR" altLang="en-US" sz="800">
                <a:latin typeface="+mj-ea"/>
                <a:ea typeface="+mj-ea"/>
              </a:rPr>
              <a:t>디바이스 정보 및 상태 저장 </a:t>
            </a:r>
            <a:r>
              <a:rPr lang="en-US" altLang="ko-KR" sz="800">
                <a:latin typeface="+mj-ea"/>
                <a:ea typeface="+mj-ea"/>
              </a:rPr>
              <a:t>(Device </a:t>
            </a:r>
            <a:r>
              <a:rPr lang="ko-KR" altLang="en-US" sz="800">
                <a:latin typeface="+mj-ea"/>
                <a:ea typeface="+mj-ea"/>
              </a:rPr>
              <a:t>미사용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grpSp>
        <p:nvGrpSpPr>
          <p:cNvPr id="89" name="Group 9">
            <a:extLst>
              <a:ext uri="{FF2B5EF4-FFF2-40B4-BE49-F238E27FC236}">
                <a16:creationId xmlns:a16="http://schemas.microsoft.com/office/drawing/2014/main" id="{668C572F-09DC-881C-B98E-CF58467CC3F5}"/>
              </a:ext>
            </a:extLst>
          </p:cNvPr>
          <p:cNvGrpSpPr>
            <a:grpSpLocks/>
          </p:cNvGrpSpPr>
          <p:nvPr/>
        </p:nvGrpSpPr>
        <p:grpSpPr bwMode="auto">
          <a:xfrm>
            <a:off x="365154" y="1045017"/>
            <a:ext cx="1614615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0" name="직사각형 75">
              <a:extLst>
                <a:ext uri="{FF2B5EF4-FFF2-40B4-BE49-F238E27FC236}">
                  <a16:creationId xmlns:a16="http://schemas.microsoft.com/office/drawing/2014/main" id="{10494C1D-7FD5-56D9-BADC-1785ACD26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이동형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Device</a:t>
              </a:r>
            </a:p>
          </p:txBody>
        </p:sp>
        <p:sp>
          <p:nvSpPr>
            <p:cNvPr id="91" name="Line 33">
              <a:extLst>
                <a:ext uri="{FF2B5EF4-FFF2-40B4-BE49-F238E27FC236}">
                  <a16:creationId xmlns:a16="http://schemas.microsoft.com/office/drawing/2014/main" id="{C0F09463-B154-5B50-A12C-01DD7142C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2" name="Group 9">
            <a:extLst>
              <a:ext uri="{FF2B5EF4-FFF2-40B4-BE49-F238E27FC236}">
                <a16:creationId xmlns:a16="http://schemas.microsoft.com/office/drawing/2014/main" id="{68E866DE-863F-755B-BDBD-36960513F62A}"/>
              </a:ext>
            </a:extLst>
          </p:cNvPr>
          <p:cNvGrpSpPr>
            <a:grpSpLocks/>
          </p:cNvGrpSpPr>
          <p:nvPr/>
        </p:nvGrpSpPr>
        <p:grpSpPr bwMode="auto">
          <a:xfrm>
            <a:off x="4545691" y="1040891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3" name="직사각형 75">
              <a:extLst>
                <a:ext uri="{FF2B5EF4-FFF2-40B4-BE49-F238E27FC236}">
                  <a16:creationId xmlns:a16="http://schemas.microsoft.com/office/drawing/2014/main" id="{9D73BF6C-BB97-DFA8-46DF-285BF8545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 API</a:t>
              </a:r>
            </a:p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4" name="Line 33">
              <a:extLst>
                <a:ext uri="{FF2B5EF4-FFF2-40B4-BE49-F238E27FC236}">
                  <a16:creationId xmlns:a16="http://schemas.microsoft.com/office/drawing/2014/main" id="{6A70E3EF-AF45-CA69-7F13-ED87D98D5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" name="Group 9">
            <a:extLst>
              <a:ext uri="{FF2B5EF4-FFF2-40B4-BE49-F238E27FC236}">
                <a16:creationId xmlns:a16="http://schemas.microsoft.com/office/drawing/2014/main" id="{7C5999BB-79BE-53D1-7447-EF6E26D6B8C9}"/>
              </a:ext>
            </a:extLst>
          </p:cNvPr>
          <p:cNvGrpSpPr>
            <a:grpSpLocks/>
          </p:cNvGrpSpPr>
          <p:nvPr/>
        </p:nvGrpSpPr>
        <p:grpSpPr bwMode="auto">
          <a:xfrm>
            <a:off x="6354119" y="1036291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6" name="직사각형 75">
              <a:extLst>
                <a:ext uri="{FF2B5EF4-FFF2-40B4-BE49-F238E27FC236}">
                  <a16:creationId xmlns:a16="http://schemas.microsoft.com/office/drawing/2014/main" id="{6D78DE5C-697A-7FF3-E599-73EA49FCC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 시스템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7" name="Line 33">
              <a:extLst>
                <a:ext uri="{FF2B5EF4-FFF2-40B4-BE49-F238E27FC236}">
                  <a16:creationId xmlns:a16="http://schemas.microsoft.com/office/drawing/2014/main" id="{02A55ED7-F0F2-C6D0-F508-F535C5DCB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8" name="Group 9">
            <a:extLst>
              <a:ext uri="{FF2B5EF4-FFF2-40B4-BE49-F238E27FC236}">
                <a16:creationId xmlns:a16="http://schemas.microsoft.com/office/drawing/2014/main" id="{FEF9D1D7-2BC0-3400-B9C8-3FE993B222A0}"/>
              </a:ext>
            </a:extLst>
          </p:cNvPr>
          <p:cNvGrpSpPr>
            <a:grpSpLocks/>
          </p:cNvGrpSpPr>
          <p:nvPr/>
        </p:nvGrpSpPr>
        <p:grpSpPr bwMode="auto">
          <a:xfrm>
            <a:off x="8104666" y="1023934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9" name="직사각형 75">
              <a:extLst>
                <a:ext uri="{FF2B5EF4-FFF2-40B4-BE49-F238E27FC236}">
                  <a16:creationId xmlns:a16="http://schemas.microsoft.com/office/drawing/2014/main" id="{2B57549D-BB7E-AEA1-D7F1-4A16B4B90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DBMS</a:t>
              </a:r>
            </a:p>
          </p:txBody>
        </p:sp>
        <p:sp>
          <p:nvSpPr>
            <p:cNvPr id="100" name="Line 33">
              <a:extLst>
                <a:ext uri="{FF2B5EF4-FFF2-40B4-BE49-F238E27FC236}">
                  <a16:creationId xmlns:a16="http://schemas.microsoft.com/office/drawing/2014/main" id="{8D76C91F-6692-85F6-796C-24F5D1750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101" name="꺾인 연결선 114">
            <a:extLst>
              <a:ext uri="{FF2B5EF4-FFF2-40B4-BE49-F238E27FC236}">
                <a16:creationId xmlns:a16="http://schemas.microsoft.com/office/drawing/2014/main" id="{D81023A1-442C-F839-9F84-335DDA434A48}"/>
              </a:ext>
            </a:extLst>
          </p:cNvPr>
          <p:cNvCxnSpPr/>
          <p:nvPr/>
        </p:nvCxnSpPr>
        <p:spPr bwMode="auto">
          <a:xfrm flipH="1">
            <a:off x="1129674" y="3096102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7DEF9F0-EB02-1AF0-2492-CA253A369377}"/>
              </a:ext>
            </a:extLst>
          </p:cNvPr>
          <p:cNvCxnSpPr/>
          <p:nvPr/>
        </p:nvCxnSpPr>
        <p:spPr bwMode="auto">
          <a:xfrm>
            <a:off x="1135391" y="3639483"/>
            <a:ext cx="210476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3" name="Rectangle 75">
            <a:extLst>
              <a:ext uri="{FF2B5EF4-FFF2-40B4-BE49-F238E27FC236}">
                <a16:creationId xmlns:a16="http://schemas.microsoft.com/office/drawing/2014/main" id="{E91CBEFD-6C21-EEE4-D3EC-173DC8A16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06" y="3079562"/>
            <a:ext cx="782587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4. Power ON</a:t>
            </a:r>
          </a:p>
        </p:txBody>
      </p:sp>
      <p:sp>
        <p:nvSpPr>
          <p:cNvPr id="104" name="Rectangle 75">
            <a:extLst>
              <a:ext uri="{FF2B5EF4-FFF2-40B4-BE49-F238E27FC236}">
                <a16:creationId xmlns:a16="http://schemas.microsoft.com/office/drawing/2014/main" id="{8427B0F7-DBE0-7A49-CEF8-799792D15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085" y="3450268"/>
            <a:ext cx="74732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5. </a:t>
            </a:r>
            <a:r>
              <a:rPr lang="ko-KR" altLang="en-US" sz="800">
                <a:latin typeface="+mj-ea"/>
                <a:ea typeface="+mj-ea"/>
              </a:rPr>
              <a:t>주기 보고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6C17416-5EF3-0FCF-C376-BDF9A35283D9}"/>
              </a:ext>
            </a:extLst>
          </p:cNvPr>
          <p:cNvCxnSpPr/>
          <p:nvPr/>
        </p:nvCxnSpPr>
        <p:spPr bwMode="auto">
          <a:xfrm>
            <a:off x="5052483" y="4389115"/>
            <a:ext cx="354227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6" name="Rectangle 75">
            <a:extLst>
              <a:ext uri="{FF2B5EF4-FFF2-40B4-BE49-F238E27FC236}">
                <a16:creationId xmlns:a16="http://schemas.microsoft.com/office/drawing/2014/main" id="{BE2B27CA-5101-598C-F906-109D84A53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789" y="4212258"/>
            <a:ext cx="1946367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7. </a:t>
            </a:r>
            <a:r>
              <a:rPr lang="ko-KR" altLang="en-US" sz="800">
                <a:latin typeface="+mj-ea"/>
                <a:ea typeface="+mj-ea"/>
              </a:rPr>
              <a:t>디바이스 상태 변경 </a:t>
            </a:r>
            <a:r>
              <a:rPr lang="en-US" altLang="ko-KR" sz="800">
                <a:latin typeface="+mj-ea"/>
                <a:ea typeface="+mj-ea"/>
              </a:rPr>
              <a:t>(Device </a:t>
            </a:r>
            <a:r>
              <a:rPr lang="ko-KR" altLang="en-US" sz="800">
                <a:latin typeface="+mj-ea"/>
                <a:ea typeface="+mj-ea"/>
              </a:rPr>
              <a:t>사용중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09FDA3A-D618-069B-0395-8CAA6E2BA122}"/>
              </a:ext>
            </a:extLst>
          </p:cNvPr>
          <p:cNvCxnSpPr/>
          <p:nvPr/>
        </p:nvCxnSpPr>
        <p:spPr bwMode="auto">
          <a:xfrm>
            <a:off x="3248407" y="4022537"/>
            <a:ext cx="180407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Rectangle 75">
            <a:extLst>
              <a:ext uri="{FF2B5EF4-FFF2-40B4-BE49-F238E27FC236}">
                <a16:creationId xmlns:a16="http://schemas.microsoft.com/office/drawing/2014/main" id="{9F078FE4-4E88-9935-4748-B67371C14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865" y="3825085"/>
            <a:ext cx="1955985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6. </a:t>
            </a:r>
            <a:r>
              <a:rPr lang="ko-KR" altLang="en-US" sz="800">
                <a:latin typeface="+mj-ea"/>
                <a:ea typeface="+mj-ea"/>
              </a:rPr>
              <a:t>주기 보고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ko-KR" altLang="en-US" sz="800" i="1">
                <a:latin typeface="+mj-ea"/>
                <a:ea typeface="+mj-ea"/>
              </a:rPr>
              <a:t>수집</a:t>
            </a:r>
            <a:r>
              <a:rPr lang="en-US" altLang="ko-KR" sz="800" i="1">
                <a:latin typeface="+mj-ea"/>
                <a:ea typeface="+mj-ea"/>
              </a:rPr>
              <a:t>Device</a:t>
            </a:r>
            <a:r>
              <a:rPr lang="ko-KR" altLang="en-US" sz="800" i="1">
                <a:latin typeface="+mj-ea"/>
                <a:ea typeface="+mj-ea"/>
              </a:rPr>
              <a:t>정보</a:t>
            </a:r>
            <a:r>
              <a:rPr lang="en-US" altLang="ko-KR" sz="800" i="1">
                <a:latin typeface="+mj-ea"/>
                <a:ea typeface="+mj-ea"/>
              </a:rPr>
              <a:t>, AP</a:t>
            </a:r>
            <a:r>
              <a:rPr lang="ko-KR" altLang="en-US" sz="800" i="1">
                <a:latin typeface="+mj-ea"/>
                <a:ea typeface="+mj-ea"/>
              </a:rPr>
              <a:t>정보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sp>
        <p:nvSpPr>
          <p:cNvPr id="109" name="Rectangle 75">
            <a:extLst>
              <a:ext uri="{FF2B5EF4-FFF2-40B4-BE49-F238E27FC236}">
                <a16:creationId xmlns:a16="http://schemas.microsoft.com/office/drawing/2014/main" id="{080C0AF8-788C-D138-4247-6FD5945DF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432" y="2708842"/>
            <a:ext cx="98937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3. </a:t>
            </a:r>
            <a:r>
              <a:rPr lang="ko-KR" altLang="en-US" sz="800">
                <a:latin typeface="+mj-ea"/>
                <a:ea typeface="+mj-ea"/>
              </a:rPr>
              <a:t>처리 결과 응답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A2030DCC-5AEE-D16B-982A-08219CE1B8AB}"/>
              </a:ext>
            </a:extLst>
          </p:cNvPr>
          <p:cNvCxnSpPr/>
          <p:nvPr/>
        </p:nvCxnSpPr>
        <p:spPr bwMode="auto">
          <a:xfrm>
            <a:off x="5056587" y="2902176"/>
            <a:ext cx="1799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F186E6F2-A4C4-5E2B-3315-4F83F4A25016}"/>
              </a:ext>
            </a:extLst>
          </p:cNvPr>
          <p:cNvCxnSpPr/>
          <p:nvPr/>
        </p:nvCxnSpPr>
        <p:spPr bwMode="auto">
          <a:xfrm>
            <a:off x="3248407" y="4743371"/>
            <a:ext cx="17958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112" name="Rectangle 75">
            <a:extLst>
              <a:ext uri="{FF2B5EF4-FFF2-40B4-BE49-F238E27FC236}">
                <a16:creationId xmlns:a16="http://schemas.microsoft.com/office/drawing/2014/main" id="{A71B5B8B-AAE7-AF1C-686A-BA70C3267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986" y="4538253"/>
            <a:ext cx="98937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8. </a:t>
            </a:r>
            <a:r>
              <a:rPr lang="ko-KR" altLang="en-US" sz="800">
                <a:latin typeface="+mj-ea"/>
                <a:ea typeface="+mj-ea"/>
              </a:rPr>
              <a:t>주기 보고 응답</a:t>
            </a:r>
            <a:endParaRPr lang="en-US" altLang="ko-KR" sz="800">
              <a:latin typeface="+mj-ea"/>
              <a:ea typeface="+mj-ea"/>
            </a:endParaRPr>
          </a:p>
        </p:txBody>
      </p:sp>
      <p:grpSp>
        <p:nvGrpSpPr>
          <p:cNvPr id="113" name="Group 9">
            <a:extLst>
              <a:ext uri="{FF2B5EF4-FFF2-40B4-BE49-F238E27FC236}">
                <a16:creationId xmlns:a16="http://schemas.microsoft.com/office/drawing/2014/main" id="{CCA6F2C8-1D36-3293-5886-1FCDBA6F69D1}"/>
              </a:ext>
            </a:extLst>
          </p:cNvPr>
          <p:cNvGrpSpPr>
            <a:grpSpLocks/>
          </p:cNvGrpSpPr>
          <p:nvPr/>
        </p:nvGrpSpPr>
        <p:grpSpPr bwMode="auto">
          <a:xfrm>
            <a:off x="2741593" y="1049127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14" name="직사각형 75">
              <a:extLst>
                <a:ext uri="{FF2B5EF4-FFF2-40B4-BE49-F238E27FC236}">
                  <a16:creationId xmlns:a16="http://schemas.microsoft.com/office/drawing/2014/main" id="{56E892C8-F0E0-EBC8-A4BB-7D148000C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</a:t>
              </a:r>
            </a:p>
          </p:txBody>
        </p:sp>
        <p:sp>
          <p:nvSpPr>
            <p:cNvPr id="115" name="Line 33">
              <a:extLst>
                <a:ext uri="{FF2B5EF4-FFF2-40B4-BE49-F238E27FC236}">
                  <a16:creationId xmlns:a16="http://schemas.microsoft.com/office/drawing/2014/main" id="{5EC0ED27-22D6-9197-63B5-099FD7CE4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6622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4.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디바이스 데이터 수집 시나리오</a:t>
            </a:r>
          </a:p>
        </p:txBody>
      </p:sp>
      <p:sp>
        <p:nvSpPr>
          <p:cNvPr id="33" name="Rectangle 75">
            <a:extLst>
              <a:ext uri="{FF2B5EF4-FFF2-40B4-BE49-F238E27FC236}">
                <a16:creationId xmlns:a16="http://schemas.microsoft.com/office/drawing/2014/main" id="{3E879204-F420-DB16-0346-811C52DF9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991" y="1912141"/>
            <a:ext cx="1802096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Adv (</a:t>
            </a:r>
            <a:r>
              <a:rPr lang="ko-KR" altLang="en-US" sz="800" i="1" dirty="0">
                <a:latin typeface="+mj-ea"/>
                <a:ea typeface="+mj-ea"/>
              </a:rPr>
              <a:t>이동형 디바이스</a:t>
            </a:r>
            <a:r>
              <a:rPr lang="en-US" altLang="ko-KR" sz="800" i="1" dirty="0">
                <a:latin typeface="+mj-ea"/>
                <a:ea typeface="+mj-ea"/>
              </a:rPr>
              <a:t>.A, </a:t>
            </a:r>
            <a:r>
              <a:rPr lang="ko-KR" altLang="en-US" sz="800" i="1" dirty="0">
                <a:latin typeface="+mj-ea"/>
                <a:ea typeface="+mj-ea"/>
              </a:rPr>
              <a:t>상태정보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6F035C6-4104-0216-CE9A-300567D94E34}"/>
              </a:ext>
            </a:extLst>
          </p:cNvPr>
          <p:cNvCxnSpPr/>
          <p:nvPr/>
        </p:nvCxnSpPr>
        <p:spPr bwMode="auto">
          <a:xfrm>
            <a:off x="965741" y="2093121"/>
            <a:ext cx="457200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5" name="Group 9">
            <a:extLst>
              <a:ext uri="{FF2B5EF4-FFF2-40B4-BE49-F238E27FC236}">
                <a16:creationId xmlns:a16="http://schemas.microsoft.com/office/drawing/2014/main" id="{3F9CA212-2806-08B3-8CF6-AB8D1654C918}"/>
              </a:ext>
            </a:extLst>
          </p:cNvPr>
          <p:cNvGrpSpPr>
            <a:grpSpLocks/>
          </p:cNvGrpSpPr>
          <p:nvPr/>
        </p:nvGrpSpPr>
        <p:grpSpPr bwMode="auto">
          <a:xfrm>
            <a:off x="495323" y="1039158"/>
            <a:ext cx="992556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6" name="직사각형 75">
              <a:extLst>
                <a:ext uri="{FF2B5EF4-FFF2-40B4-BE49-F238E27FC236}">
                  <a16:creationId xmlns:a16="http://schemas.microsoft.com/office/drawing/2014/main" id="{01E8645B-29C6-B330-0D6B-A58F09764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이동형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디바이스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</a:t>
              </a:r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5EBE1C1C-E6E8-DA7E-F57B-F4A7AE8E6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Group 9">
            <a:extLst>
              <a:ext uri="{FF2B5EF4-FFF2-40B4-BE49-F238E27FC236}">
                <a16:creationId xmlns:a16="http://schemas.microsoft.com/office/drawing/2014/main" id="{1BF4CEC1-0FE6-5429-C4E5-39911416E5BF}"/>
              </a:ext>
            </a:extLst>
          </p:cNvPr>
          <p:cNvGrpSpPr>
            <a:grpSpLocks/>
          </p:cNvGrpSpPr>
          <p:nvPr/>
        </p:nvGrpSpPr>
        <p:grpSpPr bwMode="auto">
          <a:xfrm>
            <a:off x="1991170" y="1026798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9" name="직사각형 75">
              <a:extLst>
                <a:ext uri="{FF2B5EF4-FFF2-40B4-BE49-F238E27FC236}">
                  <a16:creationId xmlns:a16="http://schemas.microsoft.com/office/drawing/2014/main" id="{B0B40C7B-C826-F110-85CE-A15029A2C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이동형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디바이스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B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0" name="Line 33">
              <a:extLst>
                <a:ext uri="{FF2B5EF4-FFF2-40B4-BE49-F238E27FC236}">
                  <a16:creationId xmlns:a16="http://schemas.microsoft.com/office/drawing/2014/main" id="{A2111E92-5B98-2D1E-BD04-508A8442E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1" name="Group 9">
            <a:extLst>
              <a:ext uri="{FF2B5EF4-FFF2-40B4-BE49-F238E27FC236}">
                <a16:creationId xmlns:a16="http://schemas.microsoft.com/office/drawing/2014/main" id="{8C5AC3C1-B30D-792B-B492-408ED24E1271}"/>
              </a:ext>
            </a:extLst>
          </p:cNvPr>
          <p:cNvGrpSpPr>
            <a:grpSpLocks/>
          </p:cNvGrpSpPr>
          <p:nvPr/>
        </p:nvGrpSpPr>
        <p:grpSpPr bwMode="auto">
          <a:xfrm>
            <a:off x="3511078" y="1030914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2" name="직사각형 75">
              <a:extLst>
                <a:ext uri="{FF2B5EF4-FFF2-40B4-BE49-F238E27FC236}">
                  <a16:creationId xmlns:a16="http://schemas.microsoft.com/office/drawing/2014/main" id="{2432A1F3-B5D1-3076-58CB-4AEAFACB5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이동형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디바이스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C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3" name="Line 33">
              <a:extLst>
                <a:ext uri="{FF2B5EF4-FFF2-40B4-BE49-F238E27FC236}">
                  <a16:creationId xmlns:a16="http://schemas.microsoft.com/office/drawing/2014/main" id="{04462724-78ED-A494-3BA0-3FF2C7987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4" name="Group 9">
            <a:extLst>
              <a:ext uri="{FF2B5EF4-FFF2-40B4-BE49-F238E27FC236}">
                <a16:creationId xmlns:a16="http://schemas.microsoft.com/office/drawing/2014/main" id="{095D4BA5-C2D4-6BBA-DA92-A28F6F5DAE8A}"/>
              </a:ext>
            </a:extLst>
          </p:cNvPr>
          <p:cNvGrpSpPr>
            <a:grpSpLocks/>
          </p:cNvGrpSpPr>
          <p:nvPr/>
        </p:nvGrpSpPr>
        <p:grpSpPr bwMode="auto">
          <a:xfrm>
            <a:off x="5039200" y="1035032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5" name="직사각형 75">
              <a:extLst>
                <a:ext uri="{FF2B5EF4-FFF2-40B4-BE49-F238E27FC236}">
                  <a16:creationId xmlns:a16="http://schemas.microsoft.com/office/drawing/2014/main" id="{FD2427F1-9C30-86CE-2E78-8FDE5E042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AP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6" name="Line 33">
              <a:extLst>
                <a:ext uri="{FF2B5EF4-FFF2-40B4-BE49-F238E27FC236}">
                  <a16:creationId xmlns:a16="http://schemas.microsoft.com/office/drawing/2014/main" id="{A5F9EB87-5731-44BB-383B-D373AE6CB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7" name="Group 9">
            <a:extLst>
              <a:ext uri="{FF2B5EF4-FFF2-40B4-BE49-F238E27FC236}">
                <a16:creationId xmlns:a16="http://schemas.microsoft.com/office/drawing/2014/main" id="{166A227F-53FF-C98F-96B8-B0F36F833ED5}"/>
              </a:ext>
            </a:extLst>
          </p:cNvPr>
          <p:cNvGrpSpPr>
            <a:grpSpLocks/>
          </p:cNvGrpSpPr>
          <p:nvPr/>
        </p:nvGrpSpPr>
        <p:grpSpPr bwMode="auto">
          <a:xfrm>
            <a:off x="6509870" y="1013956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8" name="직사각형 75">
              <a:extLst>
                <a:ext uri="{FF2B5EF4-FFF2-40B4-BE49-F238E27FC236}">
                  <a16:creationId xmlns:a16="http://schemas.microsoft.com/office/drawing/2014/main" id="{65F63CBA-932F-E516-A523-E3A58288F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API</a:t>
              </a:r>
            </a:p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Line 33">
              <a:extLst>
                <a:ext uri="{FF2B5EF4-FFF2-40B4-BE49-F238E27FC236}">
                  <a16:creationId xmlns:a16="http://schemas.microsoft.com/office/drawing/2014/main" id="{D8372E43-AAD8-E811-23A7-E85EAB392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F5553A24-B9FC-E3B7-A411-82F2E9419192}"/>
              </a:ext>
            </a:extLst>
          </p:cNvPr>
          <p:cNvGrpSpPr>
            <a:grpSpLocks/>
          </p:cNvGrpSpPr>
          <p:nvPr/>
        </p:nvGrpSpPr>
        <p:grpSpPr bwMode="auto">
          <a:xfrm>
            <a:off x="7988563" y="1018075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" name="직사각형 75">
              <a:extLst>
                <a:ext uri="{FF2B5EF4-FFF2-40B4-BE49-F238E27FC236}">
                  <a16:creationId xmlns:a16="http://schemas.microsoft.com/office/drawing/2014/main" id="{8702D378-2507-CD2E-FCE3-E43D7918E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DBMS</a:t>
              </a:r>
            </a:p>
          </p:txBody>
        </p:sp>
        <p:sp>
          <p:nvSpPr>
            <p:cNvPr id="52" name="Line 33">
              <a:extLst>
                <a:ext uri="{FF2B5EF4-FFF2-40B4-BE49-F238E27FC236}">
                  <a16:creationId xmlns:a16="http://schemas.microsoft.com/office/drawing/2014/main" id="{8A050120-A40F-B5FC-A5D2-1CED89ECB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3" name="Rectangle 75">
            <a:extLst>
              <a:ext uri="{FF2B5EF4-FFF2-40B4-BE49-F238E27FC236}">
                <a16:creationId xmlns:a16="http://schemas.microsoft.com/office/drawing/2014/main" id="{93B1F65F-64D3-52AC-97E2-D6893C35B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947" y="2377584"/>
            <a:ext cx="1786066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Adv (</a:t>
            </a:r>
            <a:r>
              <a:rPr lang="ko-KR" altLang="en-US" sz="800" i="1" dirty="0">
                <a:latin typeface="+mj-ea"/>
                <a:ea typeface="+mj-ea"/>
              </a:rPr>
              <a:t>이동형 디바이스 </a:t>
            </a:r>
            <a:r>
              <a:rPr lang="en-US" altLang="ko-KR" sz="800" i="1" dirty="0">
                <a:latin typeface="+mj-ea"/>
                <a:ea typeface="+mj-ea"/>
              </a:rPr>
              <a:t>B, </a:t>
            </a:r>
            <a:r>
              <a:rPr lang="ko-KR" altLang="en-US" sz="800" i="1" dirty="0">
                <a:latin typeface="+mj-ea"/>
                <a:ea typeface="+mj-ea"/>
              </a:rPr>
              <a:t>상태정보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738B580-948E-FBAB-AA4F-AF9B44AF729E}"/>
              </a:ext>
            </a:extLst>
          </p:cNvPr>
          <p:cNvCxnSpPr/>
          <p:nvPr/>
        </p:nvCxnSpPr>
        <p:spPr bwMode="auto">
          <a:xfrm>
            <a:off x="2493857" y="2558563"/>
            <a:ext cx="306036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Rectangle 75">
            <a:extLst>
              <a:ext uri="{FF2B5EF4-FFF2-40B4-BE49-F238E27FC236}">
                <a16:creationId xmlns:a16="http://schemas.microsoft.com/office/drawing/2014/main" id="{8331EA2C-5885-C5F6-7ED2-187653347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697" y="2834784"/>
            <a:ext cx="1770036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Adv (</a:t>
            </a:r>
            <a:r>
              <a:rPr lang="ko-KR" altLang="en-US" sz="800" i="1" dirty="0">
                <a:latin typeface="+mj-ea"/>
                <a:ea typeface="+mj-ea"/>
              </a:rPr>
              <a:t>이동형 디바이스 </a:t>
            </a:r>
            <a:r>
              <a:rPr lang="en-US" altLang="ko-KR" sz="800" i="1" dirty="0">
                <a:latin typeface="+mj-ea"/>
                <a:ea typeface="+mj-ea"/>
              </a:rPr>
              <a:t>C </a:t>
            </a:r>
            <a:r>
              <a:rPr lang="ko-KR" altLang="en-US" sz="800" i="1" dirty="0">
                <a:latin typeface="+mj-ea"/>
                <a:ea typeface="+mj-ea"/>
              </a:rPr>
              <a:t>상태정보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CA26268-0F8D-86FB-F0E7-61E61211B93F}"/>
              </a:ext>
            </a:extLst>
          </p:cNvPr>
          <p:cNvCxnSpPr/>
          <p:nvPr/>
        </p:nvCxnSpPr>
        <p:spPr bwMode="auto">
          <a:xfrm>
            <a:off x="4005500" y="3015763"/>
            <a:ext cx="15322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7" name="Rectangle 75">
            <a:extLst>
              <a:ext uri="{FF2B5EF4-FFF2-40B4-BE49-F238E27FC236}">
                <a16:creationId xmlns:a16="http://schemas.microsoft.com/office/drawing/2014/main" id="{9C3EFFA1-8DD8-D283-3B64-9C4EB582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05" y="3259034"/>
            <a:ext cx="168828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ko-KR" altLang="en-US" sz="800">
                <a:latin typeface="+mj-ea"/>
                <a:ea typeface="+mj-ea"/>
              </a:rPr>
              <a:t>주기 보고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ko-KR" altLang="en-US" sz="800" i="1">
                <a:latin typeface="+mj-ea"/>
                <a:ea typeface="+mj-ea"/>
              </a:rPr>
              <a:t>디바이스 및 </a:t>
            </a:r>
            <a:r>
              <a:rPr lang="en-US" altLang="ko-KR" sz="800" i="1">
                <a:latin typeface="+mj-ea"/>
                <a:ea typeface="+mj-ea"/>
              </a:rPr>
              <a:t>AP </a:t>
            </a:r>
            <a:r>
              <a:rPr lang="ko-KR" altLang="en-US" sz="800" i="1">
                <a:latin typeface="+mj-ea"/>
                <a:ea typeface="+mj-ea"/>
              </a:rPr>
              <a:t>정보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B530908-110B-F0AE-9DB0-958DB440A502}"/>
              </a:ext>
            </a:extLst>
          </p:cNvPr>
          <p:cNvCxnSpPr/>
          <p:nvPr/>
        </p:nvCxnSpPr>
        <p:spPr bwMode="auto">
          <a:xfrm>
            <a:off x="5550094" y="3456489"/>
            <a:ext cx="1462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9" name="Rectangle 75">
            <a:extLst>
              <a:ext uri="{FF2B5EF4-FFF2-40B4-BE49-F238E27FC236}">
                <a16:creationId xmlns:a16="http://schemas.microsoft.com/office/drawing/2014/main" id="{2DA9305F-B025-6E36-69AD-E27576C85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417" y="3913952"/>
            <a:ext cx="873957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ko-KR" altLang="en-US" sz="800">
                <a:latin typeface="+mj-ea"/>
                <a:ea typeface="+mj-ea"/>
              </a:rPr>
              <a:t>주기 보고 응답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4EF1E3B-186E-DAC4-4DAA-4BFDA81C1368}"/>
              </a:ext>
            </a:extLst>
          </p:cNvPr>
          <p:cNvCxnSpPr/>
          <p:nvPr/>
        </p:nvCxnSpPr>
        <p:spPr bwMode="auto">
          <a:xfrm>
            <a:off x="5554210" y="4103169"/>
            <a:ext cx="1462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61" name="Rectangle 75">
            <a:extLst>
              <a:ext uri="{FF2B5EF4-FFF2-40B4-BE49-F238E27FC236}">
                <a16:creationId xmlns:a16="http://schemas.microsoft.com/office/drawing/2014/main" id="{A9FD8622-ADDF-9C30-DAA9-DB8CA4612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399" y="3580307"/>
            <a:ext cx="158729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ko-KR" altLang="en-US" sz="800">
                <a:latin typeface="+mj-ea"/>
                <a:ea typeface="+mj-ea"/>
              </a:rPr>
              <a:t>디바이스 및 </a:t>
            </a:r>
            <a:r>
              <a:rPr lang="en-US" altLang="ko-KR" sz="800">
                <a:latin typeface="+mj-ea"/>
                <a:ea typeface="+mj-ea"/>
              </a:rPr>
              <a:t>AP </a:t>
            </a:r>
            <a:r>
              <a:rPr lang="ko-KR" altLang="en-US" sz="800">
                <a:latin typeface="+mj-ea"/>
                <a:ea typeface="+mj-ea"/>
              </a:rPr>
              <a:t>정보 업데이트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43C42BA-C54F-35F8-B834-6D2203304FB4}"/>
              </a:ext>
            </a:extLst>
          </p:cNvPr>
          <p:cNvCxnSpPr/>
          <p:nvPr/>
        </p:nvCxnSpPr>
        <p:spPr bwMode="auto">
          <a:xfrm>
            <a:off x="7016426" y="3769524"/>
            <a:ext cx="1462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0630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5. AP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제어 시나리오</a:t>
            </a:r>
          </a:p>
        </p:txBody>
      </p:sp>
      <p:grpSp>
        <p:nvGrpSpPr>
          <p:cNvPr id="119" name="Group 9">
            <a:extLst>
              <a:ext uri="{FF2B5EF4-FFF2-40B4-BE49-F238E27FC236}">
                <a16:creationId xmlns:a16="http://schemas.microsoft.com/office/drawing/2014/main" id="{A34722AF-D658-4CFE-1C34-E3DCD7B92E2D}"/>
              </a:ext>
            </a:extLst>
          </p:cNvPr>
          <p:cNvGrpSpPr>
            <a:grpSpLocks/>
          </p:cNvGrpSpPr>
          <p:nvPr/>
        </p:nvGrpSpPr>
        <p:grpSpPr bwMode="auto">
          <a:xfrm>
            <a:off x="1499660" y="1061154"/>
            <a:ext cx="992556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0" name="직사각형 75">
              <a:extLst>
                <a:ext uri="{FF2B5EF4-FFF2-40B4-BE49-F238E27FC236}">
                  <a16:creationId xmlns:a16="http://schemas.microsoft.com/office/drawing/2014/main" id="{3A94BF74-9958-D295-F5BF-803529AD9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</a:t>
              </a:r>
            </a:p>
          </p:txBody>
        </p:sp>
        <p:sp>
          <p:nvSpPr>
            <p:cNvPr id="121" name="Line 33">
              <a:extLst>
                <a:ext uri="{FF2B5EF4-FFF2-40B4-BE49-F238E27FC236}">
                  <a16:creationId xmlns:a16="http://schemas.microsoft.com/office/drawing/2014/main" id="{40061981-11BA-289A-A4F4-96D16A306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2" name="Group 9">
            <a:extLst>
              <a:ext uri="{FF2B5EF4-FFF2-40B4-BE49-F238E27FC236}">
                <a16:creationId xmlns:a16="http://schemas.microsoft.com/office/drawing/2014/main" id="{059AF304-E0C0-1B92-D24D-96A8F1EEBD0F}"/>
              </a:ext>
            </a:extLst>
          </p:cNvPr>
          <p:cNvGrpSpPr>
            <a:grpSpLocks/>
          </p:cNvGrpSpPr>
          <p:nvPr/>
        </p:nvGrpSpPr>
        <p:grpSpPr bwMode="auto">
          <a:xfrm>
            <a:off x="4313584" y="1032314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3" name="직사각형 75">
              <a:extLst>
                <a:ext uri="{FF2B5EF4-FFF2-40B4-BE49-F238E27FC236}">
                  <a16:creationId xmlns:a16="http://schemas.microsoft.com/office/drawing/2014/main" id="{03342C9F-A092-EB42-20CA-41EA5AB43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API</a:t>
              </a:r>
            </a:p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24" name="Line 33">
              <a:extLst>
                <a:ext uri="{FF2B5EF4-FFF2-40B4-BE49-F238E27FC236}">
                  <a16:creationId xmlns:a16="http://schemas.microsoft.com/office/drawing/2014/main" id="{EADAD5D9-8367-BD7F-56C6-AB33C19FD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5" name="Group 9">
            <a:extLst>
              <a:ext uri="{FF2B5EF4-FFF2-40B4-BE49-F238E27FC236}">
                <a16:creationId xmlns:a16="http://schemas.microsoft.com/office/drawing/2014/main" id="{9173850A-8CFF-C585-41BC-4A3A0AA0B8AD}"/>
              </a:ext>
            </a:extLst>
          </p:cNvPr>
          <p:cNvGrpSpPr>
            <a:grpSpLocks/>
          </p:cNvGrpSpPr>
          <p:nvPr/>
        </p:nvGrpSpPr>
        <p:grpSpPr bwMode="auto">
          <a:xfrm>
            <a:off x="7159973" y="1035952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6" name="직사각형 75">
              <a:extLst>
                <a:ext uri="{FF2B5EF4-FFF2-40B4-BE49-F238E27FC236}">
                  <a16:creationId xmlns:a16="http://schemas.microsoft.com/office/drawing/2014/main" id="{3FAF4261-E332-DCC1-466D-8F77B71AA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관제 시스템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27" name="Line 33">
              <a:extLst>
                <a:ext uri="{FF2B5EF4-FFF2-40B4-BE49-F238E27FC236}">
                  <a16:creationId xmlns:a16="http://schemas.microsoft.com/office/drawing/2014/main" id="{4FF38441-7CE0-A62E-9565-3B585EA2E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8" name="Rectangle 75">
            <a:extLst>
              <a:ext uri="{FF2B5EF4-FFF2-40B4-BE49-F238E27FC236}">
                <a16:creationId xmlns:a16="http://schemas.microsoft.com/office/drawing/2014/main" id="{7527CEC5-0B7A-76A8-BB85-8799E8DF0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52" y="1793507"/>
            <a:ext cx="115288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1. AP </a:t>
            </a:r>
            <a:r>
              <a:rPr lang="ko-KR" altLang="en-US" sz="800">
                <a:latin typeface="+mj-ea"/>
                <a:ea typeface="+mj-ea"/>
              </a:rPr>
              <a:t>제어 명령 전송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E927E8D4-AC0E-5B1F-0386-15809700C77D}"/>
              </a:ext>
            </a:extLst>
          </p:cNvPr>
          <p:cNvCxnSpPr/>
          <p:nvPr/>
        </p:nvCxnSpPr>
        <p:spPr bwMode="auto">
          <a:xfrm>
            <a:off x="4807996" y="1970368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130" name="Rectangle 75">
            <a:extLst>
              <a:ext uri="{FF2B5EF4-FFF2-40B4-BE49-F238E27FC236}">
                <a16:creationId xmlns:a16="http://schemas.microsoft.com/office/drawing/2014/main" id="{451005B5-01A2-5405-1B5F-B7AA1F615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655" y="2028286"/>
            <a:ext cx="115288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2. AP </a:t>
            </a:r>
            <a:r>
              <a:rPr lang="ko-KR" altLang="en-US" sz="800">
                <a:latin typeface="+mj-ea"/>
                <a:ea typeface="+mj-ea"/>
              </a:rPr>
              <a:t>제어 명령 전송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891CFE85-54D9-B3A4-3AFF-35238AB8CB92}"/>
              </a:ext>
            </a:extLst>
          </p:cNvPr>
          <p:cNvCxnSpPr/>
          <p:nvPr/>
        </p:nvCxnSpPr>
        <p:spPr bwMode="auto">
          <a:xfrm>
            <a:off x="1978299" y="2205147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132" name="Rectangle 75">
            <a:extLst>
              <a:ext uri="{FF2B5EF4-FFF2-40B4-BE49-F238E27FC236}">
                <a16:creationId xmlns:a16="http://schemas.microsoft.com/office/drawing/2014/main" id="{FDA0A6E7-B996-FBD9-2CB4-746D885D0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149" y="2296017"/>
            <a:ext cx="70884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3. Ack (</a:t>
            </a:r>
            <a:r>
              <a:rPr lang="en-US" altLang="ko-KR" sz="800" i="1">
                <a:latin typeface="+mj-ea"/>
                <a:ea typeface="+mj-ea"/>
              </a:rPr>
              <a:t>OK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DFD54370-9C93-4974-4136-F94C08CB9EA0}"/>
              </a:ext>
            </a:extLst>
          </p:cNvPr>
          <p:cNvCxnSpPr/>
          <p:nvPr/>
        </p:nvCxnSpPr>
        <p:spPr bwMode="auto">
          <a:xfrm>
            <a:off x="1982415" y="2472878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4" name="Rectangle 75">
            <a:extLst>
              <a:ext uri="{FF2B5EF4-FFF2-40B4-BE49-F238E27FC236}">
                <a16:creationId xmlns:a16="http://schemas.microsoft.com/office/drawing/2014/main" id="{F2521301-CC1F-B0D0-E70E-453C8DA14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084" y="2588460"/>
            <a:ext cx="70884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4. Ack (</a:t>
            </a:r>
            <a:r>
              <a:rPr lang="en-US" altLang="ko-KR" sz="800" i="1">
                <a:latin typeface="+mj-ea"/>
                <a:ea typeface="+mj-ea"/>
              </a:rPr>
              <a:t>OK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06CFDBEE-12DE-C6DF-25F9-C649225538DE}"/>
              </a:ext>
            </a:extLst>
          </p:cNvPr>
          <p:cNvCxnSpPr/>
          <p:nvPr/>
        </p:nvCxnSpPr>
        <p:spPr bwMode="auto">
          <a:xfrm>
            <a:off x="4820350" y="2765321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6" name="꺾인 연결선 95">
            <a:extLst>
              <a:ext uri="{FF2B5EF4-FFF2-40B4-BE49-F238E27FC236}">
                <a16:creationId xmlns:a16="http://schemas.microsoft.com/office/drawing/2014/main" id="{42396FE6-DAD0-B607-6DE1-ECCA17E8E576}"/>
              </a:ext>
            </a:extLst>
          </p:cNvPr>
          <p:cNvCxnSpPr/>
          <p:nvPr/>
        </p:nvCxnSpPr>
        <p:spPr bwMode="auto">
          <a:xfrm flipH="1">
            <a:off x="1960240" y="3004558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7" name="Rectangle 75">
            <a:extLst>
              <a:ext uri="{FF2B5EF4-FFF2-40B4-BE49-F238E27FC236}">
                <a16:creationId xmlns:a16="http://schemas.microsoft.com/office/drawing/2014/main" id="{A9A3D3C9-1772-1CAE-02D2-C98CBCC3B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472" y="2988018"/>
            <a:ext cx="74732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5. </a:t>
            </a:r>
            <a:r>
              <a:rPr lang="ko-KR" altLang="en-US" sz="800">
                <a:latin typeface="+mj-ea"/>
                <a:ea typeface="+mj-ea"/>
              </a:rPr>
              <a:t>제어 처리</a:t>
            </a:r>
            <a:endParaRPr lang="en-US" altLang="ko-KR" sz="800">
              <a:latin typeface="+mj-ea"/>
              <a:ea typeface="+mj-ea"/>
            </a:endParaRPr>
          </a:p>
        </p:txBody>
      </p:sp>
      <p:sp>
        <p:nvSpPr>
          <p:cNvPr id="138" name="Rectangle 75">
            <a:extLst>
              <a:ext uri="{FF2B5EF4-FFF2-40B4-BE49-F238E27FC236}">
                <a16:creationId xmlns:a16="http://schemas.microsoft.com/office/drawing/2014/main" id="{B7074D9D-21FE-7ABE-2821-4BFFEB16D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130" y="3346340"/>
            <a:ext cx="153760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6. </a:t>
            </a:r>
            <a:r>
              <a:rPr lang="ko-KR" altLang="en-US" sz="800">
                <a:latin typeface="+mj-ea"/>
                <a:ea typeface="+mj-ea"/>
              </a:rPr>
              <a:t>주기 보고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ko-KR" altLang="en-US" sz="800" i="1">
                <a:latin typeface="+mj-ea"/>
                <a:ea typeface="+mj-ea"/>
              </a:rPr>
              <a:t>제어 처리 결과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A073FB91-E666-7B61-CD07-5E77D0E4BD1A}"/>
              </a:ext>
            </a:extLst>
          </p:cNvPr>
          <p:cNvCxnSpPr/>
          <p:nvPr/>
        </p:nvCxnSpPr>
        <p:spPr bwMode="auto">
          <a:xfrm>
            <a:off x="1978296" y="3523201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0" name="꺾인 연결선 99">
            <a:extLst>
              <a:ext uri="{FF2B5EF4-FFF2-40B4-BE49-F238E27FC236}">
                <a16:creationId xmlns:a16="http://schemas.microsoft.com/office/drawing/2014/main" id="{BB1B7C98-E99E-A045-F2A7-577E4AEEC0BA}"/>
              </a:ext>
            </a:extLst>
          </p:cNvPr>
          <p:cNvCxnSpPr/>
          <p:nvPr/>
        </p:nvCxnSpPr>
        <p:spPr bwMode="auto">
          <a:xfrm flipH="1">
            <a:off x="4806413" y="3708891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1" name="Rectangle 75">
            <a:extLst>
              <a:ext uri="{FF2B5EF4-FFF2-40B4-BE49-F238E27FC236}">
                <a16:creationId xmlns:a16="http://schemas.microsoft.com/office/drawing/2014/main" id="{C44A4B06-CB99-0BC2-3088-0A6AFAEEB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45" y="3692351"/>
            <a:ext cx="74732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7. </a:t>
            </a:r>
            <a:r>
              <a:rPr lang="ko-KR" altLang="en-US" sz="800">
                <a:latin typeface="+mj-ea"/>
                <a:ea typeface="+mj-ea"/>
              </a:rPr>
              <a:t>결과 저장</a:t>
            </a:r>
            <a:endParaRPr lang="en-US" altLang="ko-KR" sz="800">
              <a:latin typeface="+mj-ea"/>
              <a:ea typeface="+mj-ea"/>
            </a:endParaRPr>
          </a:p>
        </p:txBody>
      </p:sp>
      <p:sp>
        <p:nvSpPr>
          <p:cNvPr id="142" name="Rectangle 75">
            <a:extLst>
              <a:ext uri="{FF2B5EF4-FFF2-40B4-BE49-F238E27FC236}">
                <a16:creationId xmlns:a16="http://schemas.microsoft.com/office/drawing/2014/main" id="{A8B74239-4881-9495-8E3A-29BA1C332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910" y="3927116"/>
            <a:ext cx="98937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8. </a:t>
            </a:r>
            <a:r>
              <a:rPr lang="ko-KR" altLang="en-US" sz="800">
                <a:latin typeface="+mj-ea"/>
                <a:ea typeface="+mj-ea"/>
              </a:rPr>
              <a:t>주기 보고 응답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D014633-31BD-A26F-DFBE-61144CF8375D}"/>
              </a:ext>
            </a:extLst>
          </p:cNvPr>
          <p:cNvCxnSpPr/>
          <p:nvPr/>
        </p:nvCxnSpPr>
        <p:spPr bwMode="auto">
          <a:xfrm>
            <a:off x="1982412" y="4103977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248796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6.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AP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펌웨어 업데이트 시나리오</a:t>
            </a:r>
          </a:p>
        </p:txBody>
      </p:sp>
      <p:sp>
        <p:nvSpPr>
          <p:cNvPr id="194" name="Rectangle 75">
            <a:extLst>
              <a:ext uri="{FF2B5EF4-FFF2-40B4-BE49-F238E27FC236}">
                <a16:creationId xmlns:a16="http://schemas.microsoft.com/office/drawing/2014/main" id="{0796F4FA-C985-C497-6402-8624968D6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901" y="1782728"/>
            <a:ext cx="135806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1. AP </a:t>
            </a:r>
            <a:r>
              <a:rPr lang="ko-KR" altLang="en-US" sz="800">
                <a:latin typeface="+mj-ea"/>
                <a:ea typeface="+mj-ea"/>
              </a:rPr>
              <a:t>펌웨어 파일 업로드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56E8A22B-4E1C-52AC-0376-74D53DAE94DA}"/>
              </a:ext>
            </a:extLst>
          </p:cNvPr>
          <p:cNvCxnSpPr/>
          <p:nvPr/>
        </p:nvCxnSpPr>
        <p:spPr bwMode="auto">
          <a:xfrm>
            <a:off x="3989596" y="1959589"/>
            <a:ext cx="21047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grpSp>
        <p:nvGrpSpPr>
          <p:cNvPr id="196" name="Group 9">
            <a:extLst>
              <a:ext uri="{FF2B5EF4-FFF2-40B4-BE49-F238E27FC236}">
                <a16:creationId xmlns:a16="http://schemas.microsoft.com/office/drawing/2014/main" id="{DF7AB3B8-0D09-A36C-DD3F-FB7DAF558763}"/>
              </a:ext>
            </a:extLst>
          </p:cNvPr>
          <p:cNvGrpSpPr>
            <a:grpSpLocks/>
          </p:cNvGrpSpPr>
          <p:nvPr/>
        </p:nvGrpSpPr>
        <p:grpSpPr bwMode="auto">
          <a:xfrm>
            <a:off x="1294971" y="1062147"/>
            <a:ext cx="992556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97" name="직사각형 75">
              <a:extLst>
                <a:ext uri="{FF2B5EF4-FFF2-40B4-BE49-F238E27FC236}">
                  <a16:creationId xmlns:a16="http://schemas.microsoft.com/office/drawing/2014/main" id="{6C69C24A-BDBB-4506-F03D-364171CB6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</a:t>
              </a:r>
            </a:p>
          </p:txBody>
        </p:sp>
        <p:sp>
          <p:nvSpPr>
            <p:cNvPr id="198" name="Line 33">
              <a:extLst>
                <a:ext uri="{FF2B5EF4-FFF2-40B4-BE49-F238E27FC236}">
                  <a16:creationId xmlns:a16="http://schemas.microsoft.com/office/drawing/2014/main" id="{31A3994A-FDCE-02E2-4A57-B7252C8E7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99" name="Group 9">
            <a:extLst>
              <a:ext uri="{FF2B5EF4-FFF2-40B4-BE49-F238E27FC236}">
                <a16:creationId xmlns:a16="http://schemas.microsoft.com/office/drawing/2014/main" id="{F138B800-0E6C-00AD-CB07-26A71581F789}"/>
              </a:ext>
            </a:extLst>
          </p:cNvPr>
          <p:cNvGrpSpPr>
            <a:grpSpLocks/>
          </p:cNvGrpSpPr>
          <p:nvPr/>
        </p:nvGrpSpPr>
        <p:grpSpPr bwMode="auto">
          <a:xfrm>
            <a:off x="3474569" y="1041545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0" name="직사각형 75">
              <a:extLst>
                <a:ext uri="{FF2B5EF4-FFF2-40B4-BE49-F238E27FC236}">
                  <a16:creationId xmlns:a16="http://schemas.microsoft.com/office/drawing/2014/main" id="{36215D4E-D3DC-806C-F365-EBB4A4619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API</a:t>
              </a:r>
            </a:p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01" name="Line 33">
              <a:extLst>
                <a:ext uri="{FF2B5EF4-FFF2-40B4-BE49-F238E27FC236}">
                  <a16:creationId xmlns:a16="http://schemas.microsoft.com/office/drawing/2014/main" id="{25B44C29-7B2A-1CD4-801D-BF4BA917B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2" name="Group 9">
            <a:extLst>
              <a:ext uri="{FF2B5EF4-FFF2-40B4-BE49-F238E27FC236}">
                <a16:creationId xmlns:a16="http://schemas.microsoft.com/office/drawing/2014/main" id="{BD5A5956-8B0F-EA6E-6C25-84EE385B3898}"/>
              </a:ext>
            </a:extLst>
          </p:cNvPr>
          <p:cNvGrpSpPr>
            <a:grpSpLocks/>
          </p:cNvGrpSpPr>
          <p:nvPr/>
        </p:nvGrpSpPr>
        <p:grpSpPr bwMode="auto">
          <a:xfrm>
            <a:off x="5603533" y="1036858"/>
            <a:ext cx="992556" cy="5084394"/>
            <a:chOff x="5228" y="957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3" name="직사각형 75">
              <a:extLst>
                <a:ext uri="{FF2B5EF4-FFF2-40B4-BE49-F238E27FC236}">
                  <a16:creationId xmlns:a16="http://schemas.microsoft.com/office/drawing/2014/main" id="{4EF0E7EE-A395-5B1C-8C00-2E6B4C73F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8" y="957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관제 시스템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04" name="Line 33">
              <a:extLst>
                <a:ext uri="{FF2B5EF4-FFF2-40B4-BE49-F238E27FC236}">
                  <a16:creationId xmlns:a16="http://schemas.microsoft.com/office/drawing/2014/main" id="{714FA109-1957-DD7B-C0D6-1BEBE6811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5" name="Group 9">
            <a:extLst>
              <a:ext uri="{FF2B5EF4-FFF2-40B4-BE49-F238E27FC236}">
                <a16:creationId xmlns:a16="http://schemas.microsoft.com/office/drawing/2014/main" id="{4539B027-F618-F962-D0DA-8EF7F7718735}"/>
              </a:ext>
            </a:extLst>
          </p:cNvPr>
          <p:cNvGrpSpPr>
            <a:grpSpLocks/>
          </p:cNvGrpSpPr>
          <p:nvPr/>
        </p:nvGrpSpPr>
        <p:grpSpPr bwMode="auto">
          <a:xfrm>
            <a:off x="7634197" y="1032736"/>
            <a:ext cx="992556" cy="5084394"/>
            <a:chOff x="5228" y="957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6" name="직사각형 75">
              <a:extLst>
                <a:ext uri="{FF2B5EF4-FFF2-40B4-BE49-F238E27FC236}">
                  <a16:creationId xmlns:a16="http://schemas.microsoft.com/office/drawing/2014/main" id="{11711ADD-0659-EF7D-DD5C-2AB140F61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8" y="957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DBMS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07" name="Line 33">
              <a:extLst>
                <a:ext uri="{FF2B5EF4-FFF2-40B4-BE49-F238E27FC236}">
                  <a16:creationId xmlns:a16="http://schemas.microsoft.com/office/drawing/2014/main" id="{1EAC1274-2A4A-CC69-B802-124A30362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08" name="꺾인 연결선 45">
            <a:extLst>
              <a:ext uri="{FF2B5EF4-FFF2-40B4-BE49-F238E27FC236}">
                <a16:creationId xmlns:a16="http://schemas.microsoft.com/office/drawing/2014/main" id="{283A2163-2079-3BB1-0885-9287BE33B4F1}"/>
              </a:ext>
            </a:extLst>
          </p:cNvPr>
          <p:cNvCxnSpPr/>
          <p:nvPr/>
        </p:nvCxnSpPr>
        <p:spPr bwMode="auto">
          <a:xfrm flipH="1">
            <a:off x="3971521" y="2075259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9" name="Rectangle 75">
            <a:extLst>
              <a:ext uri="{FF2B5EF4-FFF2-40B4-BE49-F238E27FC236}">
                <a16:creationId xmlns:a16="http://schemas.microsoft.com/office/drawing/2014/main" id="{95168D85-5597-ED86-77CB-33611B319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753" y="2058719"/>
            <a:ext cx="74732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2. </a:t>
            </a:r>
            <a:r>
              <a:rPr lang="ko-KR" altLang="en-US" sz="800">
                <a:latin typeface="+mj-ea"/>
                <a:ea typeface="+mj-ea"/>
              </a:rPr>
              <a:t>파일 저장</a:t>
            </a:r>
            <a:endParaRPr lang="en-US" altLang="ko-KR" sz="800">
              <a:latin typeface="+mj-ea"/>
              <a:ea typeface="+mj-ea"/>
            </a:endParaRPr>
          </a:p>
        </p:txBody>
      </p:sp>
      <p:sp>
        <p:nvSpPr>
          <p:cNvPr id="210" name="Rectangle 75">
            <a:extLst>
              <a:ext uri="{FF2B5EF4-FFF2-40B4-BE49-F238E27FC236}">
                <a16:creationId xmlns:a16="http://schemas.microsoft.com/office/drawing/2014/main" id="{BA2BCCEF-C6C6-90A5-D1A2-64C62BFA0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825" y="2421170"/>
            <a:ext cx="98937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4. </a:t>
            </a:r>
            <a:r>
              <a:rPr lang="ko-KR" altLang="en-US" sz="800">
                <a:latin typeface="+mj-ea"/>
                <a:ea typeface="+mj-ea"/>
              </a:rPr>
              <a:t>처리 결과 응답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E25FA019-CEFF-379A-1E92-347B5B619B44}"/>
              </a:ext>
            </a:extLst>
          </p:cNvPr>
          <p:cNvCxnSpPr/>
          <p:nvPr/>
        </p:nvCxnSpPr>
        <p:spPr bwMode="auto">
          <a:xfrm>
            <a:off x="3985474" y="2606269"/>
            <a:ext cx="21047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CC124449-9518-F3B8-6520-17855D93625D}"/>
              </a:ext>
            </a:extLst>
          </p:cNvPr>
          <p:cNvCxnSpPr/>
          <p:nvPr/>
        </p:nvCxnSpPr>
        <p:spPr bwMode="auto">
          <a:xfrm>
            <a:off x="1790093" y="2944017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13" name="Rectangle 75">
            <a:extLst>
              <a:ext uri="{FF2B5EF4-FFF2-40B4-BE49-F238E27FC236}">
                <a16:creationId xmlns:a16="http://schemas.microsoft.com/office/drawing/2014/main" id="{E2A3F755-9214-CA07-BD5C-D3A17188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190" y="2742441"/>
            <a:ext cx="247054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5. </a:t>
            </a:r>
            <a:r>
              <a:rPr lang="ko-KR" altLang="en-US" sz="800">
                <a:latin typeface="+mj-ea"/>
                <a:ea typeface="+mj-ea"/>
              </a:rPr>
              <a:t>펌웨어 업데이트 알림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en-US" altLang="ko-KR" sz="800" i="1">
                <a:latin typeface="+mj-ea"/>
                <a:ea typeface="+mj-ea"/>
              </a:rPr>
              <a:t>IP, Port, </a:t>
            </a:r>
            <a:r>
              <a:rPr lang="ko-KR" altLang="en-US" sz="800" i="1">
                <a:latin typeface="+mj-ea"/>
                <a:ea typeface="+mj-ea"/>
              </a:rPr>
              <a:t>버전</a:t>
            </a:r>
            <a:r>
              <a:rPr lang="en-US" altLang="ko-KR" sz="800" i="1">
                <a:latin typeface="+mj-ea"/>
                <a:ea typeface="+mj-ea"/>
              </a:rPr>
              <a:t>, </a:t>
            </a:r>
            <a:r>
              <a:rPr lang="ko-KR" altLang="en-US" sz="800" i="1">
                <a:latin typeface="+mj-ea"/>
                <a:ea typeface="+mj-ea"/>
              </a:rPr>
              <a:t>파일정보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E45C3C61-1329-EEDF-9B7F-56C6BBB1A2AB}"/>
              </a:ext>
            </a:extLst>
          </p:cNvPr>
          <p:cNvCxnSpPr/>
          <p:nvPr/>
        </p:nvCxnSpPr>
        <p:spPr bwMode="auto">
          <a:xfrm>
            <a:off x="1794209" y="3112893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5" name="Rectangle 75">
            <a:extLst>
              <a:ext uri="{FF2B5EF4-FFF2-40B4-BE49-F238E27FC236}">
                <a16:creationId xmlns:a16="http://schemas.microsoft.com/office/drawing/2014/main" id="{31986DF4-E672-82DF-F48A-2C5E953A5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486" y="2936031"/>
            <a:ext cx="74732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6. </a:t>
            </a:r>
            <a:r>
              <a:rPr lang="ko-KR" altLang="en-US" sz="800">
                <a:latin typeface="+mj-ea"/>
                <a:ea typeface="+mj-ea"/>
              </a:rPr>
              <a:t>응답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en-US" altLang="ko-KR" sz="800" i="1">
                <a:latin typeface="+mj-ea"/>
                <a:ea typeface="+mj-ea"/>
              </a:rPr>
              <a:t>OK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F7074E05-E3B0-607B-1080-49183E8AEAD5}"/>
              </a:ext>
            </a:extLst>
          </p:cNvPr>
          <p:cNvCxnSpPr/>
          <p:nvPr/>
        </p:nvCxnSpPr>
        <p:spPr bwMode="auto">
          <a:xfrm>
            <a:off x="1777733" y="3409461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7" name="Rectangle 75">
            <a:extLst>
              <a:ext uri="{FF2B5EF4-FFF2-40B4-BE49-F238E27FC236}">
                <a16:creationId xmlns:a16="http://schemas.microsoft.com/office/drawing/2014/main" id="{600F4E87-9C4A-B5D0-0319-8699A45C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1062" y="3224361"/>
            <a:ext cx="129715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7. </a:t>
            </a:r>
            <a:r>
              <a:rPr lang="ko-KR" altLang="en-US" sz="800">
                <a:latin typeface="+mj-ea"/>
                <a:ea typeface="+mj-ea"/>
              </a:rPr>
              <a:t>펌웨어 다운로드 요청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14FB58EA-FEEC-6180-ABAC-BB9DE26B9DEF}"/>
              </a:ext>
            </a:extLst>
          </p:cNvPr>
          <p:cNvCxnSpPr/>
          <p:nvPr/>
        </p:nvCxnSpPr>
        <p:spPr bwMode="auto">
          <a:xfrm>
            <a:off x="1781849" y="3627765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19" name="Rectangle 75">
            <a:extLst>
              <a:ext uri="{FF2B5EF4-FFF2-40B4-BE49-F238E27FC236}">
                <a16:creationId xmlns:a16="http://schemas.microsoft.com/office/drawing/2014/main" id="{90E49B96-1988-C2E3-CFCB-77E9FE63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940" y="3450903"/>
            <a:ext cx="1297150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8. </a:t>
            </a:r>
            <a:r>
              <a:rPr lang="ko-KR" altLang="en-US" sz="800">
                <a:latin typeface="+mj-ea"/>
                <a:ea typeface="+mj-ea"/>
              </a:rPr>
              <a:t>펌웨어 다운로드 완료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0F61C7BC-5BCE-CD5F-CE1C-E52CDA92887E}"/>
              </a:ext>
            </a:extLst>
          </p:cNvPr>
          <p:cNvCxnSpPr/>
          <p:nvPr/>
        </p:nvCxnSpPr>
        <p:spPr bwMode="auto">
          <a:xfrm>
            <a:off x="1790089" y="3866658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1" name="Rectangle 75">
            <a:extLst>
              <a:ext uri="{FF2B5EF4-FFF2-40B4-BE49-F238E27FC236}">
                <a16:creationId xmlns:a16="http://schemas.microsoft.com/office/drawing/2014/main" id="{8EBE60A6-5C36-5E3B-32D8-A6E9EC577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848" y="3681558"/>
            <a:ext cx="153920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9. </a:t>
            </a:r>
            <a:r>
              <a:rPr lang="ko-KR" altLang="en-US" sz="800">
                <a:latin typeface="+mj-ea"/>
                <a:ea typeface="+mj-ea"/>
              </a:rPr>
              <a:t>펌웨어 다운로드 완료 보고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1D5C8B97-9537-1550-FD39-D2D82EBFE610}"/>
              </a:ext>
            </a:extLst>
          </p:cNvPr>
          <p:cNvCxnSpPr/>
          <p:nvPr/>
        </p:nvCxnSpPr>
        <p:spPr bwMode="auto">
          <a:xfrm>
            <a:off x="1794205" y="4282674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23" name="Rectangle 75">
            <a:extLst>
              <a:ext uri="{FF2B5EF4-FFF2-40B4-BE49-F238E27FC236}">
                <a16:creationId xmlns:a16="http://schemas.microsoft.com/office/drawing/2014/main" id="{677B2B68-34E3-CE6D-F08D-3374D49C3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104" y="4105812"/>
            <a:ext cx="1045479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11. </a:t>
            </a:r>
            <a:r>
              <a:rPr lang="ko-KR" altLang="en-US" sz="800">
                <a:latin typeface="+mj-ea"/>
                <a:ea typeface="+mj-ea"/>
              </a:rPr>
              <a:t>완료 보고 응답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6CABAAF0-79B9-B7F0-F483-1A6BD3120ABA}"/>
              </a:ext>
            </a:extLst>
          </p:cNvPr>
          <p:cNvCxnSpPr/>
          <p:nvPr/>
        </p:nvCxnSpPr>
        <p:spPr bwMode="auto">
          <a:xfrm>
            <a:off x="3989593" y="2404443"/>
            <a:ext cx="411892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5" name="Rectangle 75">
            <a:extLst>
              <a:ext uri="{FF2B5EF4-FFF2-40B4-BE49-F238E27FC236}">
                <a16:creationId xmlns:a16="http://schemas.microsoft.com/office/drawing/2014/main" id="{C73211C2-F667-DC3B-049D-3A9777F3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40" y="2227583"/>
            <a:ext cx="153920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3. </a:t>
            </a:r>
            <a:r>
              <a:rPr lang="ko-KR" altLang="en-US" sz="800">
                <a:latin typeface="+mj-ea"/>
                <a:ea typeface="+mj-ea"/>
              </a:rPr>
              <a:t>펌웨어 파일 버전 업데이트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30A596BD-7D3D-E271-BDFC-8FCEBD629704}"/>
              </a:ext>
            </a:extLst>
          </p:cNvPr>
          <p:cNvCxnSpPr/>
          <p:nvPr/>
        </p:nvCxnSpPr>
        <p:spPr bwMode="auto">
          <a:xfrm>
            <a:off x="3985474" y="4072601"/>
            <a:ext cx="411892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7" name="Rectangle 75">
            <a:extLst>
              <a:ext uri="{FF2B5EF4-FFF2-40B4-BE49-F238E27FC236}">
                <a16:creationId xmlns:a16="http://schemas.microsoft.com/office/drawing/2014/main" id="{229F8250-5319-778D-D09D-DA2F445D6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081" y="3871027"/>
            <a:ext cx="2143536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10. </a:t>
            </a:r>
            <a:r>
              <a:rPr lang="ko-KR" altLang="en-US" sz="800">
                <a:latin typeface="+mj-ea"/>
                <a:ea typeface="+mj-ea"/>
              </a:rPr>
              <a:t>펌웨어 파일 상태 변경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ko-KR" altLang="en-US" sz="800">
                <a:latin typeface="+mj-ea"/>
                <a:ea typeface="+mj-ea"/>
              </a:rPr>
              <a:t>다운로드 완료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sp>
        <p:nvSpPr>
          <p:cNvPr id="228" name="Rectangle 75">
            <a:extLst>
              <a:ext uri="{FF2B5EF4-FFF2-40B4-BE49-F238E27FC236}">
                <a16:creationId xmlns:a16="http://schemas.microsoft.com/office/drawing/2014/main" id="{31EC1306-3207-E434-84BA-48F988164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070" y="4282903"/>
            <a:ext cx="1758815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12. AP </a:t>
            </a:r>
            <a:r>
              <a:rPr lang="ko-KR" altLang="en-US" sz="800">
                <a:latin typeface="+mj-ea"/>
                <a:ea typeface="+mj-ea"/>
              </a:rPr>
              <a:t>펌웨어 업데이트 처리 요청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FA5941D5-A676-4F78-160D-28D950838A7F}"/>
              </a:ext>
            </a:extLst>
          </p:cNvPr>
          <p:cNvCxnSpPr/>
          <p:nvPr/>
        </p:nvCxnSpPr>
        <p:spPr bwMode="auto">
          <a:xfrm>
            <a:off x="3969001" y="4476240"/>
            <a:ext cx="21047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87D209D0-489B-7C87-41A9-FB93EA2CACA6}"/>
              </a:ext>
            </a:extLst>
          </p:cNvPr>
          <p:cNvCxnSpPr/>
          <p:nvPr/>
        </p:nvCxnSpPr>
        <p:spPr bwMode="auto">
          <a:xfrm>
            <a:off x="1790086" y="4657491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31" name="Rectangle 75">
            <a:extLst>
              <a:ext uri="{FF2B5EF4-FFF2-40B4-BE49-F238E27FC236}">
                <a16:creationId xmlns:a16="http://schemas.microsoft.com/office/drawing/2014/main" id="{82B7B19A-CF8B-31FC-43B6-06D7A0F1F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828" y="4476493"/>
            <a:ext cx="1758815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13. AP </a:t>
            </a:r>
            <a:r>
              <a:rPr lang="ko-KR" altLang="en-US" sz="800">
                <a:latin typeface="+mj-ea"/>
                <a:ea typeface="+mj-ea"/>
              </a:rPr>
              <a:t>펌웨어 업데이트 처리 요청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71CC4C6-9A30-DB45-E2E8-BBE6596F01B2}"/>
              </a:ext>
            </a:extLst>
          </p:cNvPr>
          <p:cNvCxnSpPr/>
          <p:nvPr/>
        </p:nvCxnSpPr>
        <p:spPr bwMode="auto">
          <a:xfrm>
            <a:off x="1781853" y="4846948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3" name="Rectangle 75">
            <a:extLst>
              <a:ext uri="{FF2B5EF4-FFF2-40B4-BE49-F238E27FC236}">
                <a16:creationId xmlns:a16="http://schemas.microsoft.com/office/drawing/2014/main" id="{7F183259-7315-2D8F-3AEA-B18D25FD1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322" y="4670086"/>
            <a:ext cx="803425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14. </a:t>
            </a:r>
            <a:r>
              <a:rPr lang="ko-KR" altLang="en-US" sz="800">
                <a:latin typeface="+mj-ea"/>
                <a:ea typeface="+mj-ea"/>
              </a:rPr>
              <a:t>응답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en-US" altLang="ko-KR" sz="800" i="1">
                <a:latin typeface="+mj-ea"/>
                <a:ea typeface="+mj-ea"/>
              </a:rPr>
              <a:t>OK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73AE48E3-8310-B381-F20F-49FAB3BBEF9B}"/>
              </a:ext>
            </a:extLst>
          </p:cNvPr>
          <p:cNvCxnSpPr/>
          <p:nvPr/>
        </p:nvCxnSpPr>
        <p:spPr bwMode="auto">
          <a:xfrm>
            <a:off x="3981355" y="5040543"/>
            <a:ext cx="21047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5" name="Rectangle 75">
            <a:extLst>
              <a:ext uri="{FF2B5EF4-FFF2-40B4-BE49-F238E27FC236}">
                <a16:creationId xmlns:a16="http://schemas.microsoft.com/office/drawing/2014/main" id="{F70848CF-A7B5-9819-D484-FA2E63D2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280" y="4847200"/>
            <a:ext cx="803425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15. </a:t>
            </a:r>
            <a:r>
              <a:rPr lang="ko-KR" altLang="en-US" sz="800">
                <a:latin typeface="+mj-ea"/>
                <a:ea typeface="+mj-ea"/>
              </a:rPr>
              <a:t>응답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en-US" altLang="ko-KR" sz="800" i="1">
                <a:latin typeface="+mj-ea"/>
                <a:ea typeface="+mj-ea"/>
              </a:rPr>
              <a:t>OK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236" name="꺾인 연결선 112">
            <a:extLst>
              <a:ext uri="{FF2B5EF4-FFF2-40B4-BE49-F238E27FC236}">
                <a16:creationId xmlns:a16="http://schemas.microsoft.com/office/drawing/2014/main" id="{8056D047-56E5-3704-78C5-09A4BEA4C294}"/>
              </a:ext>
            </a:extLst>
          </p:cNvPr>
          <p:cNvCxnSpPr/>
          <p:nvPr/>
        </p:nvCxnSpPr>
        <p:spPr bwMode="auto">
          <a:xfrm flipH="1">
            <a:off x="1767899" y="5209746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7" name="Rectangle 75">
            <a:extLst>
              <a:ext uri="{FF2B5EF4-FFF2-40B4-BE49-F238E27FC236}">
                <a16:creationId xmlns:a16="http://schemas.microsoft.com/office/drawing/2014/main" id="{738D796F-7357-2F58-B0D4-934D44FCF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131" y="5193206"/>
            <a:ext cx="1111202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16. </a:t>
            </a:r>
            <a:r>
              <a:rPr lang="ko-KR" altLang="en-US" sz="800">
                <a:latin typeface="+mj-ea"/>
                <a:ea typeface="+mj-ea"/>
              </a:rPr>
              <a:t>펌웨어 업데이트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A16D0C0B-41FF-D8F6-844B-F9D9A8AE6F01}"/>
              </a:ext>
            </a:extLst>
          </p:cNvPr>
          <p:cNvCxnSpPr/>
          <p:nvPr/>
        </p:nvCxnSpPr>
        <p:spPr bwMode="auto">
          <a:xfrm>
            <a:off x="1773614" y="5654272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9" name="Rectangle 75">
            <a:extLst>
              <a:ext uri="{FF2B5EF4-FFF2-40B4-BE49-F238E27FC236}">
                <a16:creationId xmlns:a16="http://schemas.microsoft.com/office/drawing/2014/main" id="{A5BACDC4-2555-B730-372F-EFEFA114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277" y="5469172"/>
            <a:ext cx="1595309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17. </a:t>
            </a:r>
            <a:r>
              <a:rPr lang="ko-KR" altLang="en-US" sz="800">
                <a:latin typeface="+mj-ea"/>
                <a:ea typeface="+mj-ea"/>
              </a:rPr>
              <a:t>펌웨어 업데이트 완료 보고</a:t>
            </a:r>
            <a:endParaRPr lang="en-US" altLang="ko-KR" sz="800">
              <a:latin typeface="+mj-ea"/>
              <a:ea typeface="+mj-ea"/>
            </a:endParaRPr>
          </a:p>
        </p:txBody>
      </p: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78A6D2F0-3087-D1CE-1CBF-FC7CE7AE42A0}"/>
              </a:ext>
            </a:extLst>
          </p:cNvPr>
          <p:cNvCxnSpPr/>
          <p:nvPr/>
        </p:nvCxnSpPr>
        <p:spPr bwMode="auto">
          <a:xfrm>
            <a:off x="3989593" y="5798428"/>
            <a:ext cx="411892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" name="Rectangle 75">
            <a:extLst>
              <a:ext uri="{FF2B5EF4-FFF2-40B4-BE49-F238E27FC236}">
                <a16:creationId xmlns:a16="http://schemas.microsoft.com/office/drawing/2014/main" id="{90143DB0-F547-F668-BFD2-A66CF0C3A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662" y="5613330"/>
            <a:ext cx="2143536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18. </a:t>
            </a:r>
            <a:r>
              <a:rPr lang="ko-KR" altLang="en-US" sz="800">
                <a:latin typeface="+mj-ea"/>
                <a:ea typeface="+mj-ea"/>
              </a:rPr>
              <a:t>펌웨어 파일 상태 변경 </a:t>
            </a:r>
            <a:r>
              <a:rPr lang="en-US" altLang="ko-KR" sz="800">
                <a:latin typeface="+mj-ea"/>
                <a:ea typeface="+mj-ea"/>
              </a:rPr>
              <a:t>(</a:t>
            </a:r>
            <a:r>
              <a:rPr lang="ko-KR" altLang="en-US" sz="800">
                <a:latin typeface="+mj-ea"/>
                <a:ea typeface="+mj-ea"/>
              </a:rPr>
              <a:t>업데이트 완료</a:t>
            </a:r>
            <a:r>
              <a:rPr lang="en-US" altLang="ko-KR" sz="800">
                <a:latin typeface="+mj-ea"/>
                <a:ea typeface="+mj-ea"/>
              </a:rPr>
              <a:t>)</a:t>
            </a:r>
          </a:p>
        </p:txBody>
      </p:sp>
      <p:cxnSp>
        <p:nvCxnSpPr>
          <p:cNvPr id="242" name="직선 화살표 연결선 241">
            <a:extLst>
              <a:ext uri="{FF2B5EF4-FFF2-40B4-BE49-F238E27FC236}">
                <a16:creationId xmlns:a16="http://schemas.microsoft.com/office/drawing/2014/main" id="{ACFB1914-8A3F-F81C-9396-B8B15996D4D7}"/>
              </a:ext>
            </a:extLst>
          </p:cNvPr>
          <p:cNvCxnSpPr/>
          <p:nvPr/>
        </p:nvCxnSpPr>
        <p:spPr bwMode="auto">
          <a:xfrm>
            <a:off x="1773610" y="5975550"/>
            <a:ext cx="21665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43" name="Rectangle 75">
            <a:extLst>
              <a:ext uri="{FF2B5EF4-FFF2-40B4-BE49-F238E27FC236}">
                <a16:creationId xmlns:a16="http://schemas.microsoft.com/office/drawing/2014/main" id="{D09D0352-F2A2-B494-F3B9-8793990EA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509" y="5798688"/>
            <a:ext cx="1045479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>
                <a:latin typeface="+mj-ea"/>
                <a:ea typeface="+mj-ea"/>
              </a:rPr>
              <a:t>19. </a:t>
            </a:r>
            <a:r>
              <a:rPr lang="ko-KR" altLang="en-US" sz="800">
                <a:latin typeface="+mj-ea"/>
                <a:ea typeface="+mj-ea"/>
              </a:rPr>
              <a:t>완료 보고 응답</a:t>
            </a:r>
            <a:endParaRPr lang="en-US" altLang="ko-KR" sz="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389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3C0ADDE-F2B7-EF9F-67DE-91B4FDCB8494}"/>
              </a:ext>
            </a:extLst>
          </p:cNvPr>
          <p:cNvSpPr txBox="1">
            <a:spLocks/>
          </p:cNvSpPr>
          <p:nvPr/>
        </p:nvSpPr>
        <p:spPr>
          <a:xfrm>
            <a:off x="488503" y="275333"/>
            <a:ext cx="7704857" cy="28469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7.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A091B"/>
                </a:solidFill>
                <a:latin typeface="+mj-ea"/>
              </a:rPr>
              <a:t>Notification </a:t>
            </a:r>
            <a:r>
              <a:rPr lang="ko-KR" altLang="en-US" sz="2000" b="1" dirty="0">
                <a:solidFill>
                  <a:srgbClr val="0A091B"/>
                </a:solidFill>
                <a:latin typeface="+mj-ea"/>
              </a:rPr>
              <a:t>시나리오</a:t>
            </a:r>
          </a:p>
        </p:txBody>
      </p:sp>
      <p:grpSp>
        <p:nvGrpSpPr>
          <p:cNvPr id="270" name="Group 9">
            <a:extLst>
              <a:ext uri="{FF2B5EF4-FFF2-40B4-BE49-F238E27FC236}">
                <a16:creationId xmlns:a16="http://schemas.microsoft.com/office/drawing/2014/main" id="{D4245EBD-2A24-1EB2-94C3-175AD7A560DF}"/>
              </a:ext>
            </a:extLst>
          </p:cNvPr>
          <p:cNvGrpSpPr>
            <a:grpSpLocks/>
          </p:cNvGrpSpPr>
          <p:nvPr/>
        </p:nvGrpSpPr>
        <p:grpSpPr bwMode="auto">
          <a:xfrm>
            <a:off x="2797000" y="1015193"/>
            <a:ext cx="992556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1" name="직사각형 75">
              <a:extLst>
                <a:ext uri="{FF2B5EF4-FFF2-40B4-BE49-F238E27FC236}">
                  <a16:creationId xmlns:a16="http://schemas.microsoft.com/office/drawing/2014/main" id="{6C4A1C18-AB31-1B32-45C9-08B0A30EC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>
                  <a:solidFill>
                    <a:schemeClr val="bg1"/>
                  </a:solidFill>
                  <a:latin typeface="+mj-ea"/>
                  <a:ea typeface="+mj-ea"/>
                </a:rPr>
                <a:t>AP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2" name="Line 33">
              <a:extLst>
                <a:ext uri="{FF2B5EF4-FFF2-40B4-BE49-F238E27FC236}">
                  <a16:creationId xmlns:a16="http://schemas.microsoft.com/office/drawing/2014/main" id="{49666746-8E7A-F43C-1C7D-CBBD180A9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73" name="Group 9">
            <a:extLst>
              <a:ext uri="{FF2B5EF4-FFF2-40B4-BE49-F238E27FC236}">
                <a16:creationId xmlns:a16="http://schemas.microsoft.com/office/drawing/2014/main" id="{B3AD04A4-1C14-CE51-6B6C-C47634F15B02}"/>
              </a:ext>
            </a:extLst>
          </p:cNvPr>
          <p:cNvGrpSpPr>
            <a:grpSpLocks/>
          </p:cNvGrpSpPr>
          <p:nvPr/>
        </p:nvGrpSpPr>
        <p:grpSpPr bwMode="auto">
          <a:xfrm>
            <a:off x="5610924" y="1015193"/>
            <a:ext cx="992556" cy="5084395"/>
            <a:chOff x="4697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4" name="직사각형 75">
              <a:extLst>
                <a:ext uri="{FF2B5EF4-FFF2-40B4-BE49-F238E27FC236}">
                  <a16:creationId xmlns:a16="http://schemas.microsoft.com/office/drawing/2014/main" id="{80FA721A-2679-080F-336D-ECFE72D03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관제 </a:t>
              </a:r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Open API </a:t>
              </a:r>
              <a:r>
                <a:rPr lang="ko-KR" altLang="en-US" sz="1000" b="1" dirty="0">
                  <a:solidFill>
                    <a:schemeClr val="bg1"/>
                  </a:solidFill>
                  <a:latin typeface="+mj-ea"/>
                  <a:ea typeface="+mj-ea"/>
                </a:rPr>
                <a:t>서버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5" name="Line 33">
              <a:extLst>
                <a:ext uri="{FF2B5EF4-FFF2-40B4-BE49-F238E27FC236}">
                  <a16:creationId xmlns:a16="http://schemas.microsoft.com/office/drawing/2014/main" id="{183805E3-4854-9A45-370D-19A9F5CC2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76" name="Group 9">
            <a:extLst>
              <a:ext uri="{FF2B5EF4-FFF2-40B4-BE49-F238E27FC236}">
                <a16:creationId xmlns:a16="http://schemas.microsoft.com/office/drawing/2014/main" id="{68826962-E4B6-1050-EDC6-0B601B85619B}"/>
              </a:ext>
            </a:extLst>
          </p:cNvPr>
          <p:cNvGrpSpPr>
            <a:grpSpLocks/>
          </p:cNvGrpSpPr>
          <p:nvPr/>
        </p:nvGrpSpPr>
        <p:grpSpPr bwMode="auto">
          <a:xfrm>
            <a:off x="8457313" y="1018831"/>
            <a:ext cx="992556" cy="5092545"/>
            <a:chOff x="5223" y="953"/>
            <a:chExt cx="660" cy="24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7" name="직사각형 75">
              <a:extLst>
                <a:ext uri="{FF2B5EF4-FFF2-40B4-BE49-F238E27FC236}">
                  <a16:creationId xmlns:a16="http://schemas.microsoft.com/office/drawing/2014/main" id="{910DF0D0-64CE-5710-888B-89D03C238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953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j-ea"/>
                  <a:ea typeface="+mj-ea"/>
                </a:rPr>
                <a:t>관제 시스템</a:t>
              </a:r>
              <a:endParaRPr lang="en-US" altLang="ko-KR" sz="1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8" name="Line 33">
              <a:extLst>
                <a:ext uri="{FF2B5EF4-FFF2-40B4-BE49-F238E27FC236}">
                  <a16:creationId xmlns:a16="http://schemas.microsoft.com/office/drawing/2014/main" id="{80B7F5B8-601E-C1AD-ACA5-DD2002899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2" y="1233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79" name="Rectangle 75">
            <a:extLst>
              <a:ext uri="{FF2B5EF4-FFF2-40B4-BE49-F238E27FC236}">
                <a16:creationId xmlns:a16="http://schemas.microsoft.com/office/drawing/2014/main" id="{6FC9F3A1-D7AE-7782-D915-C0752EB5C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324" y="1749012"/>
            <a:ext cx="2223686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1. Notification </a:t>
            </a:r>
            <a:r>
              <a:rPr lang="ko-KR" altLang="en-US" sz="800" dirty="0">
                <a:latin typeface="+mj-ea"/>
                <a:ea typeface="+mj-ea"/>
              </a:rPr>
              <a:t>메시지 요청 </a:t>
            </a:r>
            <a:r>
              <a:rPr lang="en-US" altLang="ko-KR" sz="800" dirty="0">
                <a:latin typeface="+mj-ea"/>
                <a:ea typeface="+mj-ea"/>
              </a:rPr>
              <a:t>(AP ID, Band ID)</a:t>
            </a:r>
          </a:p>
        </p:txBody>
      </p:sp>
      <p:cxnSp>
        <p:nvCxnSpPr>
          <p:cNvPr id="280" name="직선 화살표 연결선 279">
            <a:extLst>
              <a:ext uri="{FF2B5EF4-FFF2-40B4-BE49-F238E27FC236}">
                <a16:creationId xmlns:a16="http://schemas.microsoft.com/office/drawing/2014/main" id="{7A7076BF-85E4-703D-EF0B-D5D781084BA9}"/>
              </a:ext>
            </a:extLst>
          </p:cNvPr>
          <p:cNvCxnSpPr/>
          <p:nvPr/>
        </p:nvCxnSpPr>
        <p:spPr bwMode="auto">
          <a:xfrm>
            <a:off x="6105336" y="1953247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81" name="Rectangle 75">
            <a:extLst>
              <a:ext uri="{FF2B5EF4-FFF2-40B4-BE49-F238E27FC236}">
                <a16:creationId xmlns:a16="http://schemas.microsoft.com/office/drawing/2014/main" id="{607F54E7-D78B-312B-EC67-CF27467D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298" y="1972582"/>
            <a:ext cx="142699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2. Notification </a:t>
            </a:r>
            <a:r>
              <a:rPr lang="ko-KR" altLang="en-US" sz="800" dirty="0">
                <a:latin typeface="+mj-ea"/>
                <a:ea typeface="+mj-ea"/>
              </a:rPr>
              <a:t>메시지 전송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282" name="직선 화살표 연결선 281">
            <a:extLst>
              <a:ext uri="{FF2B5EF4-FFF2-40B4-BE49-F238E27FC236}">
                <a16:creationId xmlns:a16="http://schemas.microsoft.com/office/drawing/2014/main" id="{ADDBCD92-3E07-B876-351D-E338D915A7B5}"/>
              </a:ext>
            </a:extLst>
          </p:cNvPr>
          <p:cNvCxnSpPr/>
          <p:nvPr/>
        </p:nvCxnSpPr>
        <p:spPr bwMode="auto">
          <a:xfrm>
            <a:off x="3275639" y="2188026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83" name="Rectangle 75">
            <a:extLst>
              <a:ext uri="{FF2B5EF4-FFF2-40B4-BE49-F238E27FC236}">
                <a16:creationId xmlns:a16="http://schemas.microsoft.com/office/drawing/2014/main" id="{3DBBEF82-02CD-444C-8AAF-8027C0377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6059" y="2504516"/>
            <a:ext cx="70884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3. </a:t>
            </a:r>
            <a:r>
              <a:rPr lang="en-US" altLang="ko-KR" sz="800" dirty="0" err="1">
                <a:latin typeface="+mj-ea"/>
                <a:ea typeface="+mj-ea"/>
              </a:rPr>
              <a:t>Ack</a:t>
            </a:r>
            <a:r>
              <a:rPr lang="en-US" altLang="ko-KR" sz="800" dirty="0">
                <a:latin typeface="+mj-ea"/>
                <a:ea typeface="+mj-ea"/>
              </a:rPr>
              <a:t> (</a:t>
            </a:r>
            <a:r>
              <a:rPr lang="en-US" altLang="ko-KR" sz="800" i="1" dirty="0">
                <a:latin typeface="+mj-ea"/>
                <a:ea typeface="+mj-ea"/>
              </a:rPr>
              <a:t>OK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284" name="직선 화살표 연결선 283">
            <a:extLst>
              <a:ext uri="{FF2B5EF4-FFF2-40B4-BE49-F238E27FC236}">
                <a16:creationId xmlns:a16="http://schemas.microsoft.com/office/drawing/2014/main" id="{7B0A16CB-32BA-B99A-5AFE-023AE223B473}"/>
              </a:ext>
            </a:extLst>
          </p:cNvPr>
          <p:cNvCxnSpPr/>
          <p:nvPr/>
        </p:nvCxnSpPr>
        <p:spPr bwMode="auto">
          <a:xfrm>
            <a:off x="3275631" y="2729171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5" name="Rectangle 75">
            <a:extLst>
              <a:ext uri="{FF2B5EF4-FFF2-40B4-BE49-F238E27FC236}">
                <a16:creationId xmlns:a16="http://schemas.microsoft.com/office/drawing/2014/main" id="{58882DC4-34CC-AE07-0C31-AAABCE49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8300" y="2844753"/>
            <a:ext cx="708848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4. </a:t>
            </a:r>
            <a:r>
              <a:rPr lang="en-US" altLang="ko-KR" sz="800" dirty="0" err="1">
                <a:latin typeface="+mj-ea"/>
                <a:ea typeface="+mj-ea"/>
              </a:rPr>
              <a:t>Ack</a:t>
            </a:r>
            <a:r>
              <a:rPr lang="en-US" altLang="ko-KR" sz="800" dirty="0">
                <a:latin typeface="+mj-ea"/>
                <a:ea typeface="+mj-ea"/>
              </a:rPr>
              <a:t> (</a:t>
            </a:r>
            <a:r>
              <a:rPr lang="en-US" altLang="ko-KR" sz="800" i="1" dirty="0">
                <a:latin typeface="+mj-ea"/>
                <a:ea typeface="+mj-ea"/>
              </a:rPr>
              <a:t>OK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286" name="직선 화살표 연결선 285">
            <a:extLst>
              <a:ext uri="{FF2B5EF4-FFF2-40B4-BE49-F238E27FC236}">
                <a16:creationId xmlns:a16="http://schemas.microsoft.com/office/drawing/2014/main" id="{5A0D1B54-830D-D1EC-3139-92555A773472}"/>
              </a:ext>
            </a:extLst>
          </p:cNvPr>
          <p:cNvCxnSpPr/>
          <p:nvPr/>
        </p:nvCxnSpPr>
        <p:spPr bwMode="auto">
          <a:xfrm>
            <a:off x="6113566" y="3021614"/>
            <a:ext cx="282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87" name="Group 9">
            <a:extLst>
              <a:ext uri="{FF2B5EF4-FFF2-40B4-BE49-F238E27FC236}">
                <a16:creationId xmlns:a16="http://schemas.microsoft.com/office/drawing/2014/main" id="{324B9949-B503-2166-8082-A947438BC16B}"/>
              </a:ext>
            </a:extLst>
          </p:cNvPr>
          <p:cNvGrpSpPr>
            <a:grpSpLocks/>
          </p:cNvGrpSpPr>
          <p:nvPr/>
        </p:nvGrpSpPr>
        <p:grpSpPr bwMode="auto">
          <a:xfrm>
            <a:off x="664893" y="1015193"/>
            <a:ext cx="992556" cy="5084395"/>
            <a:chOff x="4713" y="1026"/>
            <a:chExt cx="660" cy="249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88" name="직사각형 75">
              <a:extLst>
                <a:ext uri="{FF2B5EF4-FFF2-40B4-BE49-F238E27FC236}">
                  <a16:creationId xmlns:a16="http://schemas.microsoft.com/office/drawing/2014/main" id="{6194B9E8-0C3A-05B5-A019-9A16DC441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026"/>
              <a:ext cx="660" cy="277"/>
            </a:xfrm>
            <a:prstGeom prst="roundRect">
              <a:avLst>
                <a:gd name="adj" fmla="val 16667"/>
              </a:avLst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  <a:latin typeface="+mj-ea"/>
                  <a:ea typeface="+mj-ea"/>
                </a:rPr>
                <a:t>Band</a:t>
              </a:r>
            </a:p>
          </p:txBody>
        </p:sp>
        <p:sp>
          <p:nvSpPr>
            <p:cNvPr id="289" name="Line 33">
              <a:extLst>
                <a:ext uri="{FF2B5EF4-FFF2-40B4-BE49-F238E27FC236}">
                  <a16:creationId xmlns:a16="http://schemas.microsoft.com/office/drawing/2014/main" id="{78771F95-1A1F-80FB-03B4-7CCCF58ED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302"/>
              <a:ext cx="0" cy="221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90" name="직선 화살표 연결선 289">
            <a:extLst>
              <a:ext uri="{FF2B5EF4-FFF2-40B4-BE49-F238E27FC236}">
                <a16:creationId xmlns:a16="http://schemas.microsoft.com/office/drawing/2014/main" id="{1BDC87F7-1E40-90D0-6617-7511C464EA40}"/>
              </a:ext>
            </a:extLst>
          </p:cNvPr>
          <p:cNvCxnSpPr/>
          <p:nvPr/>
        </p:nvCxnSpPr>
        <p:spPr bwMode="auto">
          <a:xfrm>
            <a:off x="1135605" y="2468512"/>
            <a:ext cx="21321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91" name="Rectangle 75">
            <a:extLst>
              <a:ext uri="{FF2B5EF4-FFF2-40B4-BE49-F238E27FC236}">
                <a16:creationId xmlns:a16="http://schemas.microsoft.com/office/drawing/2014/main" id="{452B0698-6EF5-F93B-7158-7CC68DC1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989" y="2263700"/>
            <a:ext cx="1426994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2. Notification </a:t>
            </a:r>
            <a:r>
              <a:rPr lang="ko-KR" altLang="en-US" sz="800" dirty="0">
                <a:latin typeface="+mj-ea"/>
                <a:ea typeface="+mj-ea"/>
              </a:rPr>
              <a:t>메시지 전송</a:t>
            </a:r>
            <a:endParaRPr lang="en-US" altLang="ko-KR" sz="800" dirty="0">
              <a:latin typeface="+mj-ea"/>
              <a:ea typeface="+mj-ea"/>
            </a:endParaRPr>
          </a:p>
        </p:txBody>
      </p:sp>
      <p:cxnSp>
        <p:nvCxnSpPr>
          <p:cNvPr id="292" name="꺾인 연결선 44">
            <a:extLst>
              <a:ext uri="{FF2B5EF4-FFF2-40B4-BE49-F238E27FC236}">
                <a16:creationId xmlns:a16="http://schemas.microsoft.com/office/drawing/2014/main" id="{A1B89F1D-7569-DA23-0D0D-F221D54CE67D}"/>
              </a:ext>
            </a:extLst>
          </p:cNvPr>
          <p:cNvCxnSpPr/>
          <p:nvPr/>
        </p:nvCxnSpPr>
        <p:spPr bwMode="auto">
          <a:xfrm flipH="1">
            <a:off x="1168949" y="2665652"/>
            <a:ext cx="4116" cy="185358"/>
          </a:xfrm>
          <a:prstGeom prst="bentConnector3">
            <a:avLst>
              <a:gd name="adj1" fmla="val -45532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3" name="Rectangle 75">
            <a:extLst>
              <a:ext uri="{FF2B5EF4-FFF2-40B4-BE49-F238E27FC236}">
                <a16:creationId xmlns:a16="http://schemas.microsoft.com/office/drawing/2014/main" id="{30E55707-4CF4-E92A-1F11-A22A47645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181" y="2649112"/>
            <a:ext cx="877163" cy="21544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 algn="ctr">
              <a:spcBef>
                <a:spcPct val="20000"/>
              </a:spcBef>
              <a:buClr>
                <a:srgbClr val="808080"/>
              </a:buClr>
            </a:pPr>
            <a:r>
              <a:rPr lang="en-US" altLang="ko-KR" sz="800" dirty="0">
                <a:latin typeface="+mj-ea"/>
                <a:ea typeface="+mj-ea"/>
              </a:rPr>
              <a:t>5. Display </a:t>
            </a:r>
            <a:r>
              <a:rPr lang="ko-KR" altLang="en-US" sz="800" dirty="0">
                <a:latin typeface="+mj-ea"/>
                <a:ea typeface="+mj-ea"/>
              </a:rPr>
              <a:t>처리</a:t>
            </a:r>
            <a:endParaRPr lang="en-US" altLang="ko-KR" sz="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3251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 txBox="1">
            <a:spLocks/>
          </p:cNvSpPr>
          <p:nvPr/>
        </p:nvSpPr>
        <p:spPr bwMode="auto">
          <a:xfrm>
            <a:off x="570776" y="6138001"/>
            <a:ext cx="8921567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95802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b="1" kern="1200" baseline="0" smtClean="0">
                <a:solidFill>
                  <a:schemeClr val="tx2"/>
                </a:solidFill>
                <a:latin typeface="가는각진제목체" pitchFamily="18" charset="-127"/>
                <a:ea typeface="가는각진제목체" pitchFamily="18" charset="-127"/>
                <a:cs typeface="Arial" pitchFamily="34" charset="0"/>
              </a:defRPr>
            </a:lvl1pPr>
            <a:lvl2pPr algn="l" defTabSz="958025" rtl="0" eaLnBrk="1" fontAlgn="base" latinLnBrk="1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</a:defRPr>
            </a:lvl2pPr>
            <a:lvl3pPr algn="l" defTabSz="958025" rtl="0" eaLnBrk="1" fontAlgn="base" latinLnBrk="1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</a:defRPr>
            </a:lvl3pPr>
            <a:lvl4pPr algn="l" defTabSz="958025" rtl="0" eaLnBrk="1" fontAlgn="base" latinLnBrk="1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</a:defRPr>
            </a:lvl4pPr>
            <a:lvl5pPr algn="l" defTabSz="958025" rtl="0" eaLnBrk="1" fontAlgn="base" latinLnBrk="1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1"/>
                </a:solidFill>
                <a:latin typeface="Arial" charset="0"/>
              </a:defRPr>
            </a:lvl5pPr>
            <a:lvl6pPr marL="429768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accent1"/>
                </a:solidFill>
                <a:latin typeface="Arial" charset="0"/>
              </a:defRPr>
            </a:lvl6pPr>
            <a:lvl7pPr marL="859536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accent1"/>
                </a:solidFill>
                <a:latin typeface="Arial" charset="0"/>
              </a:defRPr>
            </a:lvl7pPr>
            <a:lvl8pPr marL="1289304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accent1"/>
                </a:solidFill>
                <a:latin typeface="Arial" charset="0"/>
              </a:defRPr>
            </a:lvl8pPr>
            <a:lvl9pPr marL="1719072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pPr algn="r" eaLnBrk="0" hangingPunct="0">
              <a:spcBef>
                <a:spcPct val="50000"/>
              </a:spcBef>
              <a:defRPr/>
            </a:pPr>
            <a:r>
              <a:rPr lang="en-US" altLang="ko-KR" sz="800" b="0" dirty="0">
                <a:solidFill>
                  <a:srgbClr val="858591">
                    <a:lumMod val="75000"/>
                  </a:srgbClr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All rights reserved. Copyright 0000 LTD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26B14-28C2-6262-8A1F-D0A4CD1EF626}"/>
              </a:ext>
            </a:extLst>
          </p:cNvPr>
          <p:cNvSpPr txBox="1"/>
          <p:nvPr/>
        </p:nvSpPr>
        <p:spPr>
          <a:xfrm>
            <a:off x="721922" y="5988401"/>
            <a:ext cx="1079142" cy="340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96"/>
            <a:r>
              <a:rPr lang="ko-KR" altLang="en-US" sz="800" b="1" dirty="0">
                <a:latin typeface="+mj-ea"/>
                <a:ea typeface="+mj-ea"/>
                <a:cs typeface="Arial" panose="020B0604020202020204" pitchFamily="34" charset="0"/>
              </a:rPr>
              <a:t>기업명 또는 슬로건</a:t>
            </a:r>
            <a:endParaRPr lang="en-US" altLang="ko-KR" sz="800" b="1" dirty="0">
              <a:latin typeface="+mj-ea"/>
              <a:ea typeface="+mj-ea"/>
              <a:cs typeface="Arial" panose="020B0604020202020204" pitchFamily="34" charset="0"/>
            </a:endParaRPr>
          </a:p>
          <a:p>
            <a:pPr defTabSz="742996"/>
            <a:r>
              <a:rPr lang="ko-KR" altLang="en-US" sz="800" b="1" dirty="0">
                <a:latin typeface="+mj-ea"/>
                <a:ea typeface="+mj-ea"/>
                <a:cs typeface="Arial" panose="020B0604020202020204" pitchFamily="34" charset="0"/>
              </a:rPr>
              <a:t>기업도메인</a:t>
            </a:r>
            <a:endParaRPr lang="ko-KR" altLang="en-US" sz="813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96A55-A470-3771-F521-5BAD88C22B68}"/>
              </a:ext>
            </a:extLst>
          </p:cNvPr>
          <p:cNvSpPr txBox="1"/>
          <p:nvPr/>
        </p:nvSpPr>
        <p:spPr>
          <a:xfrm>
            <a:off x="721922" y="2276872"/>
            <a:ext cx="3323539" cy="542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96" latinLnBrk="0"/>
            <a:r>
              <a:rPr lang="en-US" altLang="ko-KR" sz="2925" b="1" dirty="0">
                <a:solidFill>
                  <a:srgbClr val="0A091B"/>
                </a:solidFill>
                <a:latin typeface="+mj-ea"/>
                <a:ea typeface="+mj-ea"/>
                <a:cs typeface="Arial" panose="020B0604020202020204" pitchFamily="34" charset="0"/>
              </a:rPr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41734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852</Words>
  <Application>Microsoft Macintosh PowerPoint</Application>
  <PresentationFormat>A4 용지(210x297mm)</PresentationFormat>
  <Paragraphs>162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.</dc:creator>
  <cp:keywords/>
  <dc:description/>
  <cp:lastModifiedBy>aiin Hojin.chae</cp:lastModifiedBy>
  <cp:revision>65</cp:revision>
  <dcterms:created xsi:type="dcterms:W3CDTF">2018-01-07T10:01:17Z</dcterms:created>
  <dcterms:modified xsi:type="dcterms:W3CDTF">2023-03-22T01:15:18Z</dcterms:modified>
  <cp:category/>
</cp:coreProperties>
</file>